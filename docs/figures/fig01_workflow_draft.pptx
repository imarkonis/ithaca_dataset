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EB988E-5C24-43E3-A14B-3378AA09FB21}" v="2" dt="2026-07-13T11:11:48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67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mati Ziveh Akbar" userId="d988e6b3-f355-4df8-a13d-172b6b92d037" providerId="ADAL" clId="{ABC8D9DF-E9CA-4612-8C83-CD742581B29D}"/>
    <pc:docChg chg="undo custSel addSld delSld modSld">
      <pc:chgData name="Rahmati Ziveh Akbar" userId="d988e6b3-f355-4df8-a13d-172b6b92d037" providerId="ADAL" clId="{ABC8D9DF-E9CA-4612-8C83-CD742581B29D}" dt="2026-07-13T12:53:26.475" v="949" actId="1076"/>
      <pc:docMkLst>
        <pc:docMk/>
      </pc:docMkLst>
      <pc:sldChg chg="modSp del mod">
        <pc:chgData name="Rahmati Ziveh Akbar" userId="d988e6b3-f355-4df8-a13d-172b6b92d037" providerId="ADAL" clId="{ABC8D9DF-E9CA-4612-8C83-CD742581B29D}" dt="2026-07-13T11:13:04.083" v="85" actId="47"/>
        <pc:sldMkLst>
          <pc:docMk/>
          <pc:sldMk cId="0" sldId="256"/>
        </pc:sldMkLst>
        <pc:spChg chg="mod">
          <ac:chgData name="Rahmati Ziveh Akbar" userId="d988e6b3-f355-4df8-a13d-172b6b92d037" providerId="ADAL" clId="{ABC8D9DF-E9CA-4612-8C83-CD742581B29D}" dt="2026-07-13T11:00:20.673" v="1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04" v="57" actId="2763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398" v="53" actId="27636"/>
          <ac:spMkLst>
            <pc:docMk/>
            <pc:sldMk cId="0" sldId="256"/>
            <ac:spMk id="34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00" v="54" actId="2763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00:38.937" v="6" actId="1035"/>
          <ac:spMkLst>
            <pc:docMk/>
            <pc:sldMk cId="0" sldId="256"/>
            <ac:spMk id="43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00:47.922" v="9" actId="20577"/>
          <ac:spMkLst>
            <pc:docMk/>
            <pc:sldMk cId="0" sldId="256"/>
            <ac:spMk id="44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06" v="58" actId="27636"/>
          <ac:spMkLst>
            <pc:docMk/>
            <pc:sldMk cId="0" sldId="256"/>
            <ac:spMk id="47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15" v="62" actId="27636"/>
          <ac:spMkLst>
            <pc:docMk/>
            <pc:sldMk cId="0" sldId="256"/>
            <ac:spMk id="51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01" v="55" actId="27636"/>
          <ac:spMkLst>
            <pc:docMk/>
            <pc:sldMk cId="0" sldId="256"/>
            <ac:spMk id="61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13" v="61" actId="27636"/>
          <ac:spMkLst>
            <pc:docMk/>
            <pc:sldMk cId="0" sldId="256"/>
            <ac:spMk id="68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02" v="56" actId="27636"/>
          <ac:spMkLst>
            <pc:docMk/>
            <pc:sldMk cId="0" sldId="256"/>
            <ac:spMk id="71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09" v="60" actId="27636"/>
          <ac:spMkLst>
            <pc:docMk/>
            <pc:sldMk cId="0" sldId="256"/>
            <ac:spMk id="75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08" v="59" actId="2763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18" v="64" actId="27636"/>
          <ac:spMkLst>
            <pc:docMk/>
            <pc:sldMk cId="0" sldId="256"/>
            <ac:spMk id="82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20" v="65" actId="27636"/>
          <ac:spMkLst>
            <pc:docMk/>
            <pc:sldMk cId="0" sldId="256"/>
            <ac:spMk id="85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21" v="66" actId="27636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Rahmati Ziveh Akbar" userId="d988e6b3-f355-4df8-a13d-172b6b92d037" providerId="ADAL" clId="{ABC8D9DF-E9CA-4612-8C83-CD742581B29D}" dt="2026-07-13T11:11:48.417" v="63" actId="27636"/>
          <ac:spMkLst>
            <pc:docMk/>
            <pc:sldMk cId="0" sldId="256"/>
            <ac:spMk id="112" creationId="{00000000-0000-0000-0000-000000000000}"/>
          </ac:spMkLst>
        </pc:spChg>
      </pc:sldChg>
      <pc:sldChg chg="addSp delSp modSp add mod">
        <pc:chgData name="Rahmati Ziveh Akbar" userId="d988e6b3-f355-4df8-a13d-172b6b92d037" providerId="ADAL" clId="{ABC8D9DF-E9CA-4612-8C83-CD742581B29D}" dt="2026-07-13T12:53:26.475" v="949" actId="1076"/>
        <pc:sldMkLst>
          <pc:docMk/>
          <pc:sldMk cId="2435955311" sldId="257"/>
        </pc:sldMkLst>
        <pc:spChg chg="del">
          <ac:chgData name="Rahmati Ziveh Akbar" userId="d988e6b3-f355-4df8-a13d-172b6b92d037" providerId="ADAL" clId="{ABC8D9DF-E9CA-4612-8C83-CD742581B29D}" dt="2026-07-13T11:02:40.013" v="25" actId="478"/>
          <ac:spMkLst>
            <pc:docMk/>
            <pc:sldMk cId="2435955311" sldId="257"/>
            <ac:spMk id="2" creationId="{23F5E276-90DC-2E93-8362-EE5CB7C5DAB0}"/>
          </ac:spMkLst>
        </pc:spChg>
        <pc:spChg chg="mod">
          <ac:chgData name="Rahmati Ziveh Akbar" userId="d988e6b3-f355-4df8-a13d-172b6b92d037" providerId="ADAL" clId="{ABC8D9DF-E9CA-4612-8C83-CD742581B29D}" dt="2026-07-13T11:44:03.280" v="626" actId="1035"/>
          <ac:spMkLst>
            <pc:docMk/>
            <pc:sldMk cId="2435955311" sldId="257"/>
            <ac:spMk id="6" creationId="{A6B45652-9354-94A9-61D4-45C58EFF9EFD}"/>
          </ac:spMkLst>
        </pc:spChg>
        <pc:spChg chg="mod">
          <ac:chgData name="Rahmati Ziveh Akbar" userId="d988e6b3-f355-4df8-a13d-172b6b92d037" providerId="ADAL" clId="{ABC8D9DF-E9CA-4612-8C83-CD742581B29D}" dt="2026-07-13T11:42:42.724" v="604" actId="1076"/>
          <ac:spMkLst>
            <pc:docMk/>
            <pc:sldMk cId="2435955311" sldId="257"/>
            <ac:spMk id="11" creationId="{B7F46754-93A8-380F-72AF-0E387240DC6F}"/>
          </ac:spMkLst>
        </pc:spChg>
        <pc:spChg chg="mod">
          <ac:chgData name="Rahmati Ziveh Akbar" userId="d988e6b3-f355-4df8-a13d-172b6b92d037" providerId="ADAL" clId="{ABC8D9DF-E9CA-4612-8C83-CD742581B29D}" dt="2026-07-13T11:42:52.141" v="605" actId="1076"/>
          <ac:spMkLst>
            <pc:docMk/>
            <pc:sldMk cId="2435955311" sldId="257"/>
            <ac:spMk id="12" creationId="{B6BC9883-4386-3AE2-3E0C-E4D0B1613AAC}"/>
          </ac:spMkLst>
        </pc:spChg>
        <pc:spChg chg="mod">
          <ac:chgData name="Rahmati Ziveh Akbar" userId="d988e6b3-f355-4df8-a13d-172b6b92d037" providerId="ADAL" clId="{ABC8D9DF-E9CA-4612-8C83-CD742581B29D}" dt="2026-07-13T11:44:03.280" v="626" actId="1035"/>
          <ac:spMkLst>
            <pc:docMk/>
            <pc:sldMk cId="2435955311" sldId="257"/>
            <ac:spMk id="16" creationId="{39992F78-DB60-D00C-C86A-E97A9F674E9C}"/>
          </ac:spMkLst>
        </pc:spChg>
        <pc:spChg chg="mod">
          <ac:chgData name="Rahmati Ziveh Akbar" userId="d988e6b3-f355-4df8-a13d-172b6b92d037" providerId="ADAL" clId="{ABC8D9DF-E9CA-4612-8C83-CD742581B29D}" dt="2026-07-13T11:44:03.280" v="626" actId="1035"/>
          <ac:spMkLst>
            <pc:docMk/>
            <pc:sldMk cId="2435955311" sldId="257"/>
            <ac:spMk id="17" creationId="{6400BF2E-AFB7-0067-955D-DAEEDB864DCC}"/>
          </ac:spMkLst>
        </pc:spChg>
        <pc:spChg chg="mod">
          <ac:chgData name="Rahmati Ziveh Akbar" userId="d988e6b3-f355-4df8-a13d-172b6b92d037" providerId="ADAL" clId="{ABC8D9DF-E9CA-4612-8C83-CD742581B29D}" dt="2026-07-13T11:49:33.598" v="722" actId="1036"/>
          <ac:spMkLst>
            <pc:docMk/>
            <pc:sldMk cId="2435955311" sldId="257"/>
            <ac:spMk id="18" creationId="{FAFE398F-A92A-0886-35FB-07C40089D7C1}"/>
          </ac:spMkLst>
        </pc:spChg>
        <pc:spChg chg="mod">
          <ac:chgData name="Rahmati Ziveh Akbar" userId="d988e6b3-f355-4df8-a13d-172b6b92d037" providerId="ADAL" clId="{ABC8D9DF-E9CA-4612-8C83-CD742581B29D}" dt="2026-07-13T11:12:06.646" v="72" actId="1076"/>
          <ac:spMkLst>
            <pc:docMk/>
            <pc:sldMk cId="2435955311" sldId="257"/>
            <ac:spMk id="20" creationId="{C29612B0-7BD6-0732-2906-29E348444724}"/>
          </ac:spMkLst>
        </pc:spChg>
        <pc:spChg chg="mod">
          <ac:chgData name="Rahmati Ziveh Akbar" userId="d988e6b3-f355-4df8-a13d-172b6b92d037" providerId="ADAL" clId="{ABC8D9DF-E9CA-4612-8C83-CD742581B29D}" dt="2026-07-13T12:20:00.312" v="873" actId="1076"/>
          <ac:spMkLst>
            <pc:docMk/>
            <pc:sldMk cId="2435955311" sldId="257"/>
            <ac:spMk id="22" creationId="{AAA85B71-842F-4515-014B-A7B8B2B38944}"/>
          </ac:spMkLst>
        </pc:spChg>
        <pc:spChg chg="mod">
          <ac:chgData name="Rahmati Ziveh Akbar" userId="d988e6b3-f355-4df8-a13d-172b6b92d037" providerId="ADAL" clId="{ABC8D9DF-E9CA-4612-8C83-CD742581B29D}" dt="2026-07-13T11:33:04.976" v="398" actId="1035"/>
          <ac:spMkLst>
            <pc:docMk/>
            <pc:sldMk cId="2435955311" sldId="257"/>
            <ac:spMk id="24" creationId="{8C0A0CE4-3ECB-719C-621C-4B5DA2FF1EDB}"/>
          </ac:spMkLst>
        </pc:spChg>
        <pc:spChg chg="mod">
          <ac:chgData name="Rahmati Ziveh Akbar" userId="d988e6b3-f355-4df8-a13d-172b6b92d037" providerId="ADAL" clId="{ABC8D9DF-E9CA-4612-8C83-CD742581B29D}" dt="2026-07-13T11:44:03.280" v="626" actId="1035"/>
          <ac:spMkLst>
            <pc:docMk/>
            <pc:sldMk cId="2435955311" sldId="257"/>
            <ac:spMk id="25" creationId="{27AB1A51-84FA-1213-A783-65A7A1AF96FA}"/>
          </ac:spMkLst>
        </pc:spChg>
        <pc:spChg chg="mod">
          <ac:chgData name="Rahmati Ziveh Akbar" userId="d988e6b3-f355-4df8-a13d-172b6b92d037" providerId="ADAL" clId="{ABC8D9DF-E9CA-4612-8C83-CD742581B29D}" dt="2026-07-13T11:44:10.831" v="630" actId="1035"/>
          <ac:spMkLst>
            <pc:docMk/>
            <pc:sldMk cId="2435955311" sldId="257"/>
            <ac:spMk id="26" creationId="{E4BFB6E7-0EC4-AFFF-0EDA-3F2E4EFF7124}"/>
          </ac:spMkLst>
        </pc:spChg>
        <pc:spChg chg="mod">
          <ac:chgData name="Rahmati Ziveh Akbar" userId="d988e6b3-f355-4df8-a13d-172b6b92d037" providerId="ADAL" clId="{ABC8D9DF-E9CA-4612-8C83-CD742581B29D}" dt="2026-07-13T11:28:09.940" v="284" actId="14100"/>
          <ac:spMkLst>
            <pc:docMk/>
            <pc:sldMk cId="2435955311" sldId="257"/>
            <ac:spMk id="27" creationId="{2A04275C-49E1-454D-A3ED-6D47EBFC3904}"/>
          </ac:spMkLst>
        </pc:spChg>
        <pc:spChg chg="mod">
          <ac:chgData name="Rahmati Ziveh Akbar" userId="d988e6b3-f355-4df8-a13d-172b6b92d037" providerId="ADAL" clId="{ABC8D9DF-E9CA-4612-8C83-CD742581B29D}" dt="2026-07-13T11:32:58.087" v="394" actId="1036"/>
          <ac:spMkLst>
            <pc:docMk/>
            <pc:sldMk cId="2435955311" sldId="257"/>
            <ac:spMk id="28" creationId="{3496A72B-B519-73AB-28DC-59540F57C4B9}"/>
          </ac:spMkLst>
        </pc:spChg>
        <pc:spChg chg="mod">
          <ac:chgData name="Rahmati Ziveh Akbar" userId="d988e6b3-f355-4df8-a13d-172b6b92d037" providerId="ADAL" clId="{ABC8D9DF-E9CA-4612-8C83-CD742581B29D}" dt="2026-07-13T11:32:58.087" v="394" actId="1036"/>
          <ac:spMkLst>
            <pc:docMk/>
            <pc:sldMk cId="2435955311" sldId="257"/>
            <ac:spMk id="29" creationId="{15D5787B-0D45-0D4A-BCBF-19560D2BCDC2}"/>
          </ac:spMkLst>
        </pc:spChg>
        <pc:spChg chg="mod">
          <ac:chgData name="Rahmati Ziveh Akbar" userId="d988e6b3-f355-4df8-a13d-172b6b92d037" providerId="ADAL" clId="{ABC8D9DF-E9CA-4612-8C83-CD742581B29D}" dt="2026-07-13T11:49:42.662" v="727" actId="1035"/>
          <ac:spMkLst>
            <pc:docMk/>
            <pc:sldMk cId="2435955311" sldId="257"/>
            <ac:spMk id="30" creationId="{C54BE275-3AC3-FB40-018A-E075F15DA20A}"/>
          </ac:spMkLst>
        </pc:spChg>
        <pc:spChg chg="mod">
          <ac:chgData name="Rahmati Ziveh Akbar" userId="d988e6b3-f355-4df8-a13d-172b6b92d037" providerId="ADAL" clId="{ABC8D9DF-E9CA-4612-8C83-CD742581B29D}" dt="2026-07-13T11:15:12.558" v="109" actId="27636"/>
          <ac:spMkLst>
            <pc:docMk/>
            <pc:sldMk cId="2435955311" sldId="257"/>
            <ac:spMk id="34" creationId="{FF57730E-A954-8906-3D80-A0A51EA25FDA}"/>
          </ac:spMkLst>
        </pc:spChg>
        <pc:spChg chg="mod">
          <ac:chgData name="Rahmati Ziveh Akbar" userId="d988e6b3-f355-4df8-a13d-172b6b92d037" providerId="ADAL" clId="{ABC8D9DF-E9CA-4612-8C83-CD742581B29D}" dt="2026-07-13T11:34:02.702" v="419" actId="1076"/>
          <ac:spMkLst>
            <pc:docMk/>
            <pc:sldMk cId="2435955311" sldId="257"/>
            <ac:spMk id="35" creationId="{CF08AFBD-EF1D-68CD-0221-9E1BFE0726F8}"/>
          </ac:spMkLst>
        </pc:spChg>
        <pc:spChg chg="mod">
          <ac:chgData name="Rahmati Ziveh Akbar" userId="d988e6b3-f355-4df8-a13d-172b6b92d037" providerId="ADAL" clId="{ABC8D9DF-E9CA-4612-8C83-CD742581B29D}" dt="2026-07-13T11:28:02.233" v="283" actId="1035"/>
          <ac:spMkLst>
            <pc:docMk/>
            <pc:sldMk cId="2435955311" sldId="257"/>
            <ac:spMk id="36" creationId="{2E2C3DA8-368A-F9D4-6A92-1A14504D4B1E}"/>
          </ac:spMkLst>
        </pc:spChg>
        <pc:spChg chg="mod">
          <ac:chgData name="Rahmati Ziveh Akbar" userId="d988e6b3-f355-4df8-a13d-172b6b92d037" providerId="ADAL" clId="{ABC8D9DF-E9CA-4612-8C83-CD742581B29D}" dt="2026-07-13T11:49:48.326" v="735" actId="1035"/>
          <ac:spMkLst>
            <pc:docMk/>
            <pc:sldMk cId="2435955311" sldId="257"/>
            <ac:spMk id="38" creationId="{D996F327-BF50-5E8C-A2F9-BC4028C7ACA5}"/>
          </ac:spMkLst>
        </pc:spChg>
        <pc:spChg chg="mod">
          <ac:chgData name="Rahmati Ziveh Akbar" userId="d988e6b3-f355-4df8-a13d-172b6b92d037" providerId="ADAL" clId="{ABC8D9DF-E9CA-4612-8C83-CD742581B29D}" dt="2026-07-13T11:16:37.430" v="125" actId="1036"/>
          <ac:spMkLst>
            <pc:docMk/>
            <pc:sldMk cId="2435955311" sldId="257"/>
            <ac:spMk id="39" creationId="{81688EDE-AAAD-475B-EC5E-5A62562CB469}"/>
          </ac:spMkLst>
        </pc:spChg>
        <pc:spChg chg="mod">
          <ac:chgData name="Rahmati Ziveh Akbar" userId="d988e6b3-f355-4df8-a13d-172b6b92d037" providerId="ADAL" clId="{ABC8D9DF-E9CA-4612-8C83-CD742581B29D}" dt="2026-07-13T12:21:48.635" v="901" actId="1036"/>
          <ac:spMkLst>
            <pc:docMk/>
            <pc:sldMk cId="2435955311" sldId="257"/>
            <ac:spMk id="40" creationId="{FBC4E258-0C92-A2D1-9393-86AC9D119C47}"/>
          </ac:spMkLst>
        </pc:spChg>
        <pc:spChg chg="mod">
          <ac:chgData name="Rahmati Ziveh Akbar" userId="d988e6b3-f355-4df8-a13d-172b6b92d037" providerId="ADAL" clId="{ABC8D9DF-E9CA-4612-8C83-CD742581B29D}" dt="2026-07-13T11:16:04.006" v="115" actId="255"/>
          <ac:spMkLst>
            <pc:docMk/>
            <pc:sldMk cId="2435955311" sldId="257"/>
            <ac:spMk id="41" creationId="{C8E23D38-70E9-51FA-EE4E-D70658416BB6}"/>
          </ac:spMkLst>
        </pc:spChg>
        <pc:spChg chg="mod">
          <ac:chgData name="Rahmati Ziveh Akbar" userId="d988e6b3-f355-4df8-a13d-172b6b92d037" providerId="ADAL" clId="{ABC8D9DF-E9CA-4612-8C83-CD742581B29D}" dt="2026-07-13T11:16:52.020" v="127" actId="14100"/>
          <ac:spMkLst>
            <pc:docMk/>
            <pc:sldMk cId="2435955311" sldId="257"/>
            <ac:spMk id="42" creationId="{25FE77C0-8D44-53E5-45FB-BE631D82EA2A}"/>
          </ac:spMkLst>
        </pc:spChg>
        <pc:spChg chg="mod">
          <ac:chgData name="Rahmati Ziveh Akbar" userId="d988e6b3-f355-4df8-a13d-172b6b92d037" providerId="ADAL" clId="{ABC8D9DF-E9CA-4612-8C83-CD742581B29D}" dt="2026-07-13T12:21:44.988" v="900" actId="1036"/>
          <ac:spMkLst>
            <pc:docMk/>
            <pc:sldMk cId="2435955311" sldId="257"/>
            <ac:spMk id="43" creationId="{B62601A4-954D-ABDF-45F5-4503F26C8A97}"/>
          </ac:spMkLst>
        </pc:spChg>
        <pc:spChg chg="mod">
          <ac:chgData name="Rahmati Ziveh Akbar" userId="d988e6b3-f355-4df8-a13d-172b6b92d037" providerId="ADAL" clId="{ABC8D9DF-E9CA-4612-8C83-CD742581B29D}" dt="2026-07-13T12:19:27.489" v="864" actId="1076"/>
          <ac:spMkLst>
            <pc:docMk/>
            <pc:sldMk cId="2435955311" sldId="257"/>
            <ac:spMk id="44" creationId="{8293ABBB-FC65-8E8E-B9DD-699093D670AF}"/>
          </ac:spMkLst>
        </pc:spChg>
        <pc:spChg chg="mod">
          <ac:chgData name="Rahmati Ziveh Akbar" userId="d988e6b3-f355-4df8-a13d-172b6b92d037" providerId="ADAL" clId="{ABC8D9DF-E9CA-4612-8C83-CD742581B29D}" dt="2026-07-13T12:19:30.458" v="866" actId="1076"/>
          <ac:spMkLst>
            <pc:docMk/>
            <pc:sldMk cId="2435955311" sldId="257"/>
            <ac:spMk id="45" creationId="{DA678C50-BA04-AF62-5603-E951B135153C}"/>
          </ac:spMkLst>
        </pc:spChg>
        <pc:spChg chg="mod">
          <ac:chgData name="Rahmati Ziveh Akbar" userId="d988e6b3-f355-4df8-a13d-172b6b92d037" providerId="ADAL" clId="{ABC8D9DF-E9CA-4612-8C83-CD742581B29D}" dt="2026-07-13T12:21:37.396" v="899" actId="1036"/>
          <ac:spMkLst>
            <pc:docMk/>
            <pc:sldMk cId="2435955311" sldId="257"/>
            <ac:spMk id="46" creationId="{C366ED04-BCAE-4DC8-E811-7497C5BFC4D9}"/>
          </ac:spMkLst>
        </pc:spChg>
        <pc:spChg chg="mod">
          <ac:chgData name="Rahmati Ziveh Akbar" userId="d988e6b3-f355-4df8-a13d-172b6b92d037" providerId="ADAL" clId="{ABC8D9DF-E9CA-4612-8C83-CD742581B29D}" dt="2026-07-13T12:19:39.161" v="868" actId="1076"/>
          <ac:spMkLst>
            <pc:docMk/>
            <pc:sldMk cId="2435955311" sldId="257"/>
            <ac:spMk id="47" creationId="{8243F22D-A7AC-91F9-A9B8-9EAC38B3400A}"/>
          </ac:spMkLst>
        </pc:spChg>
        <pc:spChg chg="mod">
          <ac:chgData name="Rahmati Ziveh Akbar" userId="d988e6b3-f355-4df8-a13d-172b6b92d037" providerId="ADAL" clId="{ABC8D9DF-E9CA-4612-8C83-CD742581B29D}" dt="2026-07-13T11:44:03.280" v="626" actId="1035"/>
          <ac:spMkLst>
            <pc:docMk/>
            <pc:sldMk cId="2435955311" sldId="257"/>
            <ac:spMk id="48" creationId="{B9B020BB-9A7B-4D29-C430-78B49F4ED0A8}"/>
          </ac:spMkLst>
        </pc:spChg>
        <pc:spChg chg="del mod">
          <ac:chgData name="Rahmati Ziveh Akbar" userId="d988e6b3-f355-4df8-a13d-172b6b92d037" providerId="ADAL" clId="{ABC8D9DF-E9CA-4612-8C83-CD742581B29D}" dt="2026-07-13T11:39:57.263" v="580" actId="478"/>
          <ac:spMkLst>
            <pc:docMk/>
            <pc:sldMk cId="2435955311" sldId="257"/>
            <ac:spMk id="49" creationId="{4874E48A-5538-B6FD-3684-C9C0A8F85EF7}"/>
          </ac:spMkLst>
        </pc:spChg>
        <pc:spChg chg="mod">
          <ac:chgData name="Rahmati Ziveh Akbar" userId="d988e6b3-f355-4df8-a13d-172b6b92d037" providerId="ADAL" clId="{ABC8D9DF-E9CA-4612-8C83-CD742581B29D}" dt="2026-07-13T11:40:08.853" v="585" actId="1076"/>
          <ac:spMkLst>
            <pc:docMk/>
            <pc:sldMk cId="2435955311" sldId="257"/>
            <ac:spMk id="50" creationId="{DF8A7D32-506C-889E-6549-4F91B370D8D4}"/>
          </ac:spMkLst>
        </pc:spChg>
        <pc:spChg chg="mod">
          <ac:chgData name="Rahmati Ziveh Akbar" userId="d988e6b3-f355-4df8-a13d-172b6b92d037" providerId="ADAL" clId="{ABC8D9DF-E9CA-4612-8C83-CD742581B29D}" dt="2026-07-13T11:48:11.693" v="699" actId="313"/>
          <ac:spMkLst>
            <pc:docMk/>
            <pc:sldMk cId="2435955311" sldId="257"/>
            <ac:spMk id="51" creationId="{2E6386AD-1D72-2E9F-4491-84F25A666617}"/>
          </ac:spMkLst>
        </pc:spChg>
        <pc:spChg chg="mod">
          <ac:chgData name="Rahmati Ziveh Akbar" userId="d988e6b3-f355-4df8-a13d-172b6b92d037" providerId="ADAL" clId="{ABC8D9DF-E9CA-4612-8C83-CD742581B29D}" dt="2026-07-13T12:19:47.538" v="871" actId="1076"/>
          <ac:spMkLst>
            <pc:docMk/>
            <pc:sldMk cId="2435955311" sldId="257"/>
            <ac:spMk id="52" creationId="{6F699458-BE85-4BB3-B29B-1343496CE50D}"/>
          </ac:spMkLst>
        </pc:spChg>
        <pc:spChg chg="mod">
          <ac:chgData name="Rahmati Ziveh Akbar" userId="d988e6b3-f355-4df8-a13d-172b6b92d037" providerId="ADAL" clId="{ABC8D9DF-E9CA-4612-8C83-CD742581B29D}" dt="2026-07-13T12:21:24.060" v="897" actId="1036"/>
          <ac:spMkLst>
            <pc:docMk/>
            <pc:sldMk cId="2435955311" sldId="257"/>
            <ac:spMk id="53" creationId="{4F57D69E-D717-F1EB-0732-F8DD47C322E1}"/>
          </ac:spMkLst>
        </pc:spChg>
        <pc:spChg chg="mod">
          <ac:chgData name="Rahmati Ziveh Akbar" userId="d988e6b3-f355-4df8-a13d-172b6b92d037" providerId="ADAL" clId="{ABC8D9DF-E9CA-4612-8C83-CD742581B29D}" dt="2026-07-13T12:19:52.528" v="872" actId="1076"/>
          <ac:spMkLst>
            <pc:docMk/>
            <pc:sldMk cId="2435955311" sldId="257"/>
            <ac:spMk id="54" creationId="{514C462E-3968-62E9-FA4B-4277777731CD}"/>
          </ac:spMkLst>
        </pc:spChg>
        <pc:spChg chg="mod">
          <ac:chgData name="Rahmati Ziveh Akbar" userId="d988e6b3-f355-4df8-a13d-172b6b92d037" providerId="ADAL" clId="{ABC8D9DF-E9CA-4612-8C83-CD742581B29D}" dt="2026-07-13T11:17:48.579" v="141" actId="14100"/>
          <ac:spMkLst>
            <pc:docMk/>
            <pc:sldMk cId="2435955311" sldId="257"/>
            <ac:spMk id="55" creationId="{6E843CC2-1F2F-C3E0-D455-965A695B59AD}"/>
          </ac:spMkLst>
        </pc:spChg>
        <pc:spChg chg="mod">
          <ac:chgData name="Rahmati Ziveh Akbar" userId="d988e6b3-f355-4df8-a13d-172b6b92d037" providerId="ADAL" clId="{ABC8D9DF-E9CA-4612-8C83-CD742581B29D}" dt="2026-07-13T12:21:32.963" v="898" actId="1036"/>
          <ac:spMkLst>
            <pc:docMk/>
            <pc:sldMk cId="2435955311" sldId="257"/>
            <ac:spMk id="56" creationId="{443DE53F-6FF8-07AA-C26F-415FA20B11E9}"/>
          </ac:spMkLst>
        </pc:spChg>
        <pc:spChg chg="mod">
          <ac:chgData name="Rahmati Ziveh Akbar" userId="d988e6b3-f355-4df8-a13d-172b6b92d037" providerId="ADAL" clId="{ABC8D9DF-E9CA-4612-8C83-CD742581B29D}" dt="2026-07-13T12:19:45.257" v="869" actId="1076"/>
          <ac:spMkLst>
            <pc:docMk/>
            <pc:sldMk cId="2435955311" sldId="257"/>
            <ac:spMk id="57" creationId="{A00A9F71-D4AF-B9A6-4490-71465C4CBC2A}"/>
          </ac:spMkLst>
        </pc:spChg>
        <pc:spChg chg="mod">
          <ac:chgData name="Rahmati Ziveh Akbar" userId="d988e6b3-f355-4df8-a13d-172b6b92d037" providerId="ADAL" clId="{ABC8D9DF-E9CA-4612-8C83-CD742581B29D}" dt="2026-07-13T11:39:50.599" v="579" actId="14100"/>
          <ac:spMkLst>
            <pc:docMk/>
            <pc:sldMk cId="2435955311" sldId="257"/>
            <ac:spMk id="58" creationId="{52D7130F-E0ED-4D17-3B8C-0A250D521DE5}"/>
          </ac:spMkLst>
        </pc:spChg>
        <pc:spChg chg="del mod">
          <ac:chgData name="Rahmati Ziveh Akbar" userId="d988e6b3-f355-4df8-a13d-172b6b92d037" providerId="ADAL" clId="{ABC8D9DF-E9CA-4612-8C83-CD742581B29D}" dt="2026-07-13T11:35:56.703" v="498" actId="478"/>
          <ac:spMkLst>
            <pc:docMk/>
            <pc:sldMk cId="2435955311" sldId="257"/>
            <ac:spMk id="59" creationId="{050F0A3F-2662-D4E0-E249-104A99DD9DDE}"/>
          </ac:spMkLst>
        </pc:spChg>
        <pc:spChg chg="mod">
          <ac:chgData name="Rahmati Ziveh Akbar" userId="d988e6b3-f355-4df8-a13d-172b6b92d037" providerId="ADAL" clId="{ABC8D9DF-E9CA-4612-8C83-CD742581B29D}" dt="2026-07-13T11:40:21.404" v="587" actId="1076"/>
          <ac:spMkLst>
            <pc:docMk/>
            <pc:sldMk cId="2435955311" sldId="257"/>
            <ac:spMk id="60" creationId="{FB25F7D1-57B8-99A5-404F-9F3001A8A4FE}"/>
          </ac:spMkLst>
        </pc:spChg>
        <pc:spChg chg="mod">
          <ac:chgData name="Rahmati Ziveh Akbar" userId="d988e6b3-f355-4df8-a13d-172b6b92d037" providerId="ADAL" clId="{ABC8D9DF-E9CA-4612-8C83-CD742581B29D}" dt="2026-07-13T11:40:34.629" v="588" actId="1076"/>
          <ac:spMkLst>
            <pc:docMk/>
            <pc:sldMk cId="2435955311" sldId="257"/>
            <ac:spMk id="61" creationId="{7B8B5D4D-258A-ACE8-E756-455AF6FB1066}"/>
          </ac:spMkLst>
        </pc:spChg>
        <pc:spChg chg="mod">
          <ac:chgData name="Rahmati Ziveh Akbar" userId="d988e6b3-f355-4df8-a13d-172b6b92d037" providerId="ADAL" clId="{ABC8D9DF-E9CA-4612-8C83-CD742581B29D}" dt="2026-07-13T12:18:15.316" v="852" actId="403"/>
          <ac:spMkLst>
            <pc:docMk/>
            <pc:sldMk cId="2435955311" sldId="257"/>
            <ac:spMk id="62" creationId="{9C8B4DE5-7E0C-7085-6B8F-B18CE0C1AE61}"/>
          </ac:spMkLst>
        </pc:spChg>
        <pc:spChg chg="mod">
          <ac:chgData name="Rahmati Ziveh Akbar" userId="d988e6b3-f355-4df8-a13d-172b6b92d037" providerId="ADAL" clId="{ABC8D9DF-E9CA-4612-8C83-CD742581B29D}" dt="2026-07-13T12:22:07.651" v="903" actId="1036"/>
          <ac:spMkLst>
            <pc:docMk/>
            <pc:sldMk cId="2435955311" sldId="257"/>
            <ac:spMk id="64" creationId="{0238A162-912A-4C6F-DB2C-8AB6B2BDCB44}"/>
          </ac:spMkLst>
        </pc:spChg>
        <pc:spChg chg="mod">
          <ac:chgData name="Rahmati Ziveh Akbar" userId="d988e6b3-f355-4df8-a13d-172b6b92d037" providerId="ADAL" clId="{ABC8D9DF-E9CA-4612-8C83-CD742581B29D}" dt="2026-07-13T12:14:22.581" v="806" actId="122"/>
          <ac:spMkLst>
            <pc:docMk/>
            <pc:sldMk cId="2435955311" sldId="257"/>
            <ac:spMk id="65" creationId="{10582E4C-C597-3AEE-3179-0CE0FAC4E87F}"/>
          </ac:spMkLst>
        </pc:spChg>
        <pc:spChg chg="mod">
          <ac:chgData name="Rahmati Ziveh Akbar" userId="d988e6b3-f355-4df8-a13d-172b6b92d037" providerId="ADAL" clId="{ABC8D9DF-E9CA-4612-8C83-CD742581B29D}" dt="2026-07-13T12:09:55.529" v="741" actId="14100"/>
          <ac:spMkLst>
            <pc:docMk/>
            <pc:sldMk cId="2435955311" sldId="257"/>
            <ac:spMk id="66" creationId="{A7E11896-28BF-FA01-C1A5-1AFFEC73BF40}"/>
          </ac:spMkLst>
        </pc:spChg>
        <pc:spChg chg="mod">
          <ac:chgData name="Rahmati Ziveh Akbar" userId="d988e6b3-f355-4df8-a13d-172b6b92d037" providerId="ADAL" clId="{ABC8D9DF-E9CA-4612-8C83-CD742581B29D}" dt="2026-07-13T12:22:07.651" v="903" actId="1036"/>
          <ac:spMkLst>
            <pc:docMk/>
            <pc:sldMk cId="2435955311" sldId="257"/>
            <ac:spMk id="67" creationId="{69EE8232-9D09-93A2-2CDA-5DB06149D08B}"/>
          </ac:spMkLst>
        </pc:spChg>
        <pc:spChg chg="mod">
          <ac:chgData name="Rahmati Ziveh Akbar" userId="d988e6b3-f355-4df8-a13d-172b6b92d037" providerId="ADAL" clId="{ABC8D9DF-E9CA-4612-8C83-CD742581B29D}" dt="2026-07-13T12:17:58.601" v="843" actId="1076"/>
          <ac:spMkLst>
            <pc:docMk/>
            <pc:sldMk cId="2435955311" sldId="257"/>
            <ac:spMk id="68" creationId="{C35AE084-3623-0962-4BCE-6C8C2B8A5074}"/>
          </ac:spMkLst>
        </pc:spChg>
        <pc:spChg chg="mod">
          <ac:chgData name="Rahmati Ziveh Akbar" userId="d988e6b3-f355-4df8-a13d-172b6b92d037" providerId="ADAL" clId="{ABC8D9DF-E9CA-4612-8C83-CD742581B29D}" dt="2026-07-13T11:19:45.319" v="192" actId="1035"/>
          <ac:spMkLst>
            <pc:docMk/>
            <pc:sldMk cId="2435955311" sldId="257"/>
            <ac:spMk id="69" creationId="{38791E2A-89E4-9D67-21D9-962FBBA43946}"/>
          </ac:spMkLst>
        </pc:spChg>
        <pc:spChg chg="mod">
          <ac:chgData name="Rahmati Ziveh Akbar" userId="d988e6b3-f355-4df8-a13d-172b6b92d037" providerId="ADAL" clId="{ABC8D9DF-E9CA-4612-8C83-CD742581B29D}" dt="2026-07-13T12:22:07.651" v="903" actId="1036"/>
          <ac:spMkLst>
            <pc:docMk/>
            <pc:sldMk cId="2435955311" sldId="257"/>
            <ac:spMk id="70" creationId="{90813B8F-F55F-077A-5D3D-1D0790A4FA5D}"/>
          </ac:spMkLst>
        </pc:spChg>
        <pc:spChg chg="mod">
          <ac:chgData name="Rahmati Ziveh Akbar" userId="d988e6b3-f355-4df8-a13d-172b6b92d037" providerId="ADAL" clId="{ABC8D9DF-E9CA-4612-8C83-CD742581B29D}" dt="2026-07-13T12:17:54.977" v="842" actId="1076"/>
          <ac:spMkLst>
            <pc:docMk/>
            <pc:sldMk cId="2435955311" sldId="257"/>
            <ac:spMk id="71" creationId="{E89AA208-EB57-10F7-ACAA-C1B0A2F50C5E}"/>
          </ac:spMkLst>
        </pc:spChg>
        <pc:spChg chg="mod">
          <ac:chgData name="Rahmati Ziveh Akbar" userId="d988e6b3-f355-4df8-a13d-172b6b92d037" providerId="ADAL" clId="{ABC8D9DF-E9CA-4612-8C83-CD742581B29D}" dt="2026-07-13T11:39:50.599" v="579" actId="14100"/>
          <ac:spMkLst>
            <pc:docMk/>
            <pc:sldMk cId="2435955311" sldId="257"/>
            <ac:spMk id="72" creationId="{A021725F-9BDE-5CFF-1631-91A12DE317F9}"/>
          </ac:spMkLst>
        </pc:spChg>
        <pc:spChg chg="del">
          <ac:chgData name="Rahmati Ziveh Akbar" userId="d988e6b3-f355-4df8-a13d-172b6b92d037" providerId="ADAL" clId="{ABC8D9DF-E9CA-4612-8C83-CD742581B29D}" dt="2026-07-13T11:39:01.589" v="570" actId="478"/>
          <ac:spMkLst>
            <pc:docMk/>
            <pc:sldMk cId="2435955311" sldId="257"/>
            <ac:spMk id="73" creationId="{CB386A8B-BA2B-3944-E087-7884F3932736}"/>
          </ac:spMkLst>
        </pc:spChg>
        <pc:spChg chg="mod">
          <ac:chgData name="Rahmati Ziveh Akbar" userId="d988e6b3-f355-4df8-a13d-172b6b92d037" providerId="ADAL" clId="{ABC8D9DF-E9CA-4612-8C83-CD742581B29D}" dt="2026-07-13T11:47:32.467" v="695" actId="1076"/>
          <ac:spMkLst>
            <pc:docMk/>
            <pc:sldMk cId="2435955311" sldId="257"/>
            <ac:spMk id="74" creationId="{ADC3E26D-F9C3-4DBC-E015-1B066A88811E}"/>
          </ac:spMkLst>
        </pc:spChg>
        <pc:spChg chg="mod">
          <ac:chgData name="Rahmati Ziveh Akbar" userId="d988e6b3-f355-4df8-a13d-172b6b92d037" providerId="ADAL" clId="{ABC8D9DF-E9CA-4612-8C83-CD742581B29D}" dt="2026-07-13T11:40:41.068" v="590" actId="1076"/>
          <ac:spMkLst>
            <pc:docMk/>
            <pc:sldMk cId="2435955311" sldId="257"/>
            <ac:spMk id="75" creationId="{174B1FC9-7B4C-868F-0DA9-FE0159221ECC}"/>
          </ac:spMkLst>
        </pc:spChg>
        <pc:spChg chg="mod">
          <ac:chgData name="Rahmati Ziveh Akbar" userId="d988e6b3-f355-4df8-a13d-172b6b92d037" providerId="ADAL" clId="{ABC8D9DF-E9CA-4612-8C83-CD742581B29D}" dt="2026-07-13T12:53:26.475" v="949" actId="1076"/>
          <ac:spMkLst>
            <pc:docMk/>
            <pc:sldMk cId="2435955311" sldId="257"/>
            <ac:spMk id="76" creationId="{73BE72C6-DCA2-D535-868B-A1F5DB3A8F9D}"/>
          </ac:spMkLst>
        </pc:spChg>
        <pc:spChg chg="mod">
          <ac:chgData name="Rahmati Ziveh Akbar" userId="d988e6b3-f355-4df8-a13d-172b6b92d037" providerId="ADAL" clId="{ABC8D9DF-E9CA-4612-8C83-CD742581B29D}" dt="2026-07-13T12:12:20.250" v="766" actId="14100"/>
          <ac:spMkLst>
            <pc:docMk/>
            <pc:sldMk cId="2435955311" sldId="257"/>
            <ac:spMk id="77" creationId="{F874A834-6824-1E26-F91D-E688B586960C}"/>
          </ac:spMkLst>
        </pc:spChg>
        <pc:spChg chg="mod">
          <ac:chgData name="Rahmati Ziveh Akbar" userId="d988e6b3-f355-4df8-a13d-172b6b92d037" providerId="ADAL" clId="{ABC8D9DF-E9CA-4612-8C83-CD742581B29D}" dt="2026-07-13T12:22:16.155" v="906" actId="1036"/>
          <ac:spMkLst>
            <pc:docMk/>
            <pc:sldMk cId="2435955311" sldId="257"/>
            <ac:spMk id="78" creationId="{274EF3E9-2999-DD69-EF00-DB6DE3D6766B}"/>
          </ac:spMkLst>
        </pc:spChg>
        <pc:spChg chg="mod">
          <ac:chgData name="Rahmati Ziveh Akbar" userId="d988e6b3-f355-4df8-a13d-172b6b92d037" providerId="ADAL" clId="{ABC8D9DF-E9CA-4612-8C83-CD742581B29D}" dt="2026-07-13T12:15:50.050" v="823" actId="1076"/>
          <ac:spMkLst>
            <pc:docMk/>
            <pc:sldMk cId="2435955311" sldId="257"/>
            <ac:spMk id="79" creationId="{0CEB2C42-B00D-83B2-FACE-A14406CD9D2A}"/>
          </ac:spMkLst>
        </pc:spChg>
        <pc:spChg chg="mod">
          <ac:chgData name="Rahmati Ziveh Akbar" userId="d988e6b3-f355-4df8-a13d-172b6b92d037" providerId="ADAL" clId="{ABC8D9DF-E9CA-4612-8C83-CD742581B29D}" dt="2026-07-13T12:15:12.202" v="817" actId="14100"/>
          <ac:spMkLst>
            <pc:docMk/>
            <pc:sldMk cId="2435955311" sldId="257"/>
            <ac:spMk id="80" creationId="{27FDDC2C-65C8-4D06-F4A6-71E1B5784CBE}"/>
          </ac:spMkLst>
        </pc:spChg>
        <pc:spChg chg="mod">
          <ac:chgData name="Rahmati Ziveh Akbar" userId="d988e6b3-f355-4df8-a13d-172b6b92d037" providerId="ADAL" clId="{ABC8D9DF-E9CA-4612-8C83-CD742581B29D}" dt="2026-07-13T12:22:16.155" v="906" actId="1036"/>
          <ac:spMkLst>
            <pc:docMk/>
            <pc:sldMk cId="2435955311" sldId="257"/>
            <ac:spMk id="81" creationId="{F4913217-A858-09AD-4832-28D72E21DAF6}"/>
          </ac:spMkLst>
        </pc:spChg>
        <pc:spChg chg="mod">
          <ac:chgData name="Rahmati Ziveh Akbar" userId="d988e6b3-f355-4df8-a13d-172b6b92d037" providerId="ADAL" clId="{ABC8D9DF-E9CA-4612-8C83-CD742581B29D}" dt="2026-07-13T12:17:31.089" v="837" actId="1076"/>
          <ac:spMkLst>
            <pc:docMk/>
            <pc:sldMk cId="2435955311" sldId="257"/>
            <ac:spMk id="82" creationId="{AFF7D8B8-EF65-1DEF-C84D-EE6994546616}"/>
          </ac:spMkLst>
        </pc:spChg>
        <pc:spChg chg="mod">
          <ac:chgData name="Rahmati Ziveh Akbar" userId="d988e6b3-f355-4df8-a13d-172b6b92d037" providerId="ADAL" clId="{ABC8D9DF-E9CA-4612-8C83-CD742581B29D}" dt="2026-07-13T11:44:03.280" v="626" actId="1035"/>
          <ac:spMkLst>
            <pc:docMk/>
            <pc:sldMk cId="2435955311" sldId="257"/>
            <ac:spMk id="83" creationId="{627B479E-BFEF-F93A-EE6E-B31E5461E196}"/>
          </ac:spMkLst>
        </pc:spChg>
        <pc:spChg chg="mod">
          <ac:chgData name="Rahmati Ziveh Akbar" userId="d988e6b3-f355-4df8-a13d-172b6b92d037" providerId="ADAL" clId="{ABC8D9DF-E9CA-4612-8C83-CD742581B29D}" dt="2026-07-13T12:22:07.651" v="903" actId="1036"/>
          <ac:spMkLst>
            <pc:docMk/>
            <pc:sldMk cId="2435955311" sldId="257"/>
            <ac:spMk id="84" creationId="{990094E8-24AF-CC32-CFD2-667DE1376C0D}"/>
          </ac:spMkLst>
        </pc:spChg>
        <pc:spChg chg="mod">
          <ac:chgData name="Rahmati Ziveh Akbar" userId="d988e6b3-f355-4df8-a13d-172b6b92d037" providerId="ADAL" clId="{ABC8D9DF-E9CA-4612-8C83-CD742581B29D}" dt="2026-07-13T12:17:42.293" v="840" actId="1037"/>
          <ac:spMkLst>
            <pc:docMk/>
            <pc:sldMk cId="2435955311" sldId="257"/>
            <ac:spMk id="85" creationId="{99843C06-D36D-7242-7945-17C20DE3807F}"/>
          </ac:spMkLst>
        </pc:spChg>
        <pc:spChg chg="mod">
          <ac:chgData name="Rahmati Ziveh Akbar" userId="d988e6b3-f355-4df8-a13d-172b6b92d037" providerId="ADAL" clId="{ABC8D9DF-E9CA-4612-8C83-CD742581B29D}" dt="2026-07-13T11:42:42.724" v="604" actId="1076"/>
          <ac:spMkLst>
            <pc:docMk/>
            <pc:sldMk cId="2435955311" sldId="257"/>
            <ac:spMk id="86" creationId="{2306D94D-C5F7-9D22-5565-4BD39D8840EC}"/>
          </ac:spMkLst>
        </pc:spChg>
        <pc:spChg chg="del mod">
          <ac:chgData name="Rahmati Ziveh Akbar" userId="d988e6b3-f355-4df8-a13d-172b6b92d037" providerId="ADAL" clId="{ABC8D9DF-E9CA-4612-8C83-CD742581B29D}" dt="2026-07-13T11:39:03.622" v="571" actId="478"/>
          <ac:spMkLst>
            <pc:docMk/>
            <pc:sldMk cId="2435955311" sldId="257"/>
            <ac:spMk id="87" creationId="{8047DADE-1A1A-B4FF-0B33-619F9BAC9D4F}"/>
          </ac:spMkLst>
        </pc:spChg>
        <pc:spChg chg="mod">
          <ac:chgData name="Rahmati Ziveh Akbar" userId="d988e6b3-f355-4df8-a13d-172b6b92d037" providerId="ADAL" clId="{ABC8D9DF-E9CA-4612-8C83-CD742581B29D}" dt="2026-07-13T11:47:35.291" v="696" actId="1076"/>
          <ac:spMkLst>
            <pc:docMk/>
            <pc:sldMk cId="2435955311" sldId="257"/>
            <ac:spMk id="88" creationId="{51F6E0C4-1924-9A2F-FE96-9E6832E65C96}"/>
          </ac:spMkLst>
        </pc:spChg>
        <pc:spChg chg="mod">
          <ac:chgData name="Rahmati Ziveh Akbar" userId="d988e6b3-f355-4df8-a13d-172b6b92d037" providerId="ADAL" clId="{ABC8D9DF-E9CA-4612-8C83-CD742581B29D}" dt="2026-07-13T11:42:42.724" v="604" actId="1076"/>
          <ac:spMkLst>
            <pc:docMk/>
            <pc:sldMk cId="2435955311" sldId="257"/>
            <ac:spMk id="89" creationId="{82456401-099F-0D1A-5C88-193196913FBF}"/>
          </ac:spMkLst>
        </pc:spChg>
        <pc:spChg chg="mod">
          <ac:chgData name="Rahmati Ziveh Akbar" userId="d988e6b3-f355-4df8-a13d-172b6b92d037" providerId="ADAL" clId="{ABC8D9DF-E9CA-4612-8C83-CD742581B29D}" dt="2026-07-13T12:53:18.707" v="947" actId="1076"/>
          <ac:spMkLst>
            <pc:docMk/>
            <pc:sldMk cId="2435955311" sldId="257"/>
            <ac:spMk id="90" creationId="{3580E882-0365-9670-5473-19C3D0250049}"/>
          </ac:spMkLst>
        </pc:spChg>
        <pc:spChg chg="del mod">
          <ac:chgData name="Rahmati Ziveh Akbar" userId="d988e6b3-f355-4df8-a13d-172b6b92d037" providerId="ADAL" clId="{ABC8D9DF-E9CA-4612-8C83-CD742581B29D}" dt="2026-07-13T11:33:34.326" v="404" actId="478"/>
          <ac:spMkLst>
            <pc:docMk/>
            <pc:sldMk cId="2435955311" sldId="257"/>
            <ac:spMk id="91" creationId="{9327AC50-C4C5-D030-0590-09C99A0EBCC5}"/>
          </ac:spMkLst>
        </pc:spChg>
        <pc:spChg chg="mod">
          <ac:chgData name="Rahmati Ziveh Akbar" userId="d988e6b3-f355-4df8-a13d-172b6b92d037" providerId="ADAL" clId="{ABC8D9DF-E9CA-4612-8C83-CD742581B29D}" dt="2026-07-13T12:20:58.787" v="894" actId="1036"/>
          <ac:spMkLst>
            <pc:docMk/>
            <pc:sldMk cId="2435955311" sldId="257"/>
            <ac:spMk id="92" creationId="{0389509A-D721-AD2B-A3AB-3163672A6239}"/>
          </ac:spMkLst>
        </pc:spChg>
        <pc:spChg chg="mod">
          <ac:chgData name="Rahmati Ziveh Akbar" userId="d988e6b3-f355-4df8-a13d-172b6b92d037" providerId="ADAL" clId="{ABC8D9DF-E9CA-4612-8C83-CD742581B29D}" dt="2026-07-13T12:22:07.651" v="903" actId="1036"/>
          <ac:spMkLst>
            <pc:docMk/>
            <pc:sldMk cId="2435955311" sldId="257"/>
            <ac:spMk id="93" creationId="{903605E9-12EB-C88C-3B27-9F644824582B}"/>
          </ac:spMkLst>
        </pc:spChg>
        <pc:spChg chg="mod">
          <ac:chgData name="Rahmati Ziveh Akbar" userId="d988e6b3-f355-4df8-a13d-172b6b92d037" providerId="ADAL" clId="{ABC8D9DF-E9CA-4612-8C83-CD742581B29D}" dt="2026-07-13T12:20:58.787" v="894" actId="1036"/>
          <ac:spMkLst>
            <pc:docMk/>
            <pc:sldMk cId="2435955311" sldId="257"/>
            <ac:spMk id="94" creationId="{3DD7E84E-D1BE-AAD3-6801-153124E2833C}"/>
          </ac:spMkLst>
        </pc:spChg>
        <pc:spChg chg="mod">
          <ac:chgData name="Rahmati Ziveh Akbar" userId="d988e6b3-f355-4df8-a13d-172b6b92d037" providerId="ADAL" clId="{ABC8D9DF-E9CA-4612-8C83-CD742581B29D}" dt="2026-07-13T12:20:58.787" v="894" actId="1036"/>
          <ac:spMkLst>
            <pc:docMk/>
            <pc:sldMk cId="2435955311" sldId="257"/>
            <ac:spMk id="95" creationId="{F947286F-FAC0-EF92-5A06-63B5F6D620D4}"/>
          </ac:spMkLst>
        </pc:spChg>
        <pc:spChg chg="mod">
          <ac:chgData name="Rahmati Ziveh Akbar" userId="d988e6b3-f355-4df8-a13d-172b6b92d037" providerId="ADAL" clId="{ABC8D9DF-E9CA-4612-8C83-CD742581B29D}" dt="2026-07-13T12:23:12.300" v="908" actId="1035"/>
          <ac:spMkLst>
            <pc:docMk/>
            <pc:sldMk cId="2435955311" sldId="257"/>
            <ac:spMk id="96" creationId="{3D12A1F1-EDCA-860A-3893-E4545F409E6A}"/>
          </ac:spMkLst>
        </pc:spChg>
        <pc:spChg chg="mod">
          <ac:chgData name="Rahmati Ziveh Akbar" userId="d988e6b3-f355-4df8-a13d-172b6b92d037" providerId="ADAL" clId="{ABC8D9DF-E9CA-4612-8C83-CD742581B29D}" dt="2026-07-13T12:20:58.787" v="894" actId="1036"/>
          <ac:spMkLst>
            <pc:docMk/>
            <pc:sldMk cId="2435955311" sldId="257"/>
            <ac:spMk id="97" creationId="{13C3D424-AE6F-6496-8F24-12AAEFF6C51E}"/>
          </ac:spMkLst>
        </pc:spChg>
        <pc:spChg chg="mod">
          <ac:chgData name="Rahmati Ziveh Akbar" userId="d988e6b3-f355-4df8-a13d-172b6b92d037" providerId="ADAL" clId="{ABC8D9DF-E9CA-4612-8C83-CD742581B29D}" dt="2026-07-13T11:42:52.141" v="605" actId="1076"/>
          <ac:spMkLst>
            <pc:docMk/>
            <pc:sldMk cId="2435955311" sldId="257"/>
            <ac:spMk id="98" creationId="{9FE0FD38-FF0D-A084-822A-6E53B71BC171}"/>
          </ac:spMkLst>
        </pc:spChg>
        <pc:spChg chg="del mod">
          <ac:chgData name="Rahmati Ziveh Akbar" userId="d988e6b3-f355-4df8-a13d-172b6b92d037" providerId="ADAL" clId="{ABC8D9DF-E9CA-4612-8C83-CD742581B29D}" dt="2026-07-13T11:39:05.741" v="572" actId="478"/>
          <ac:spMkLst>
            <pc:docMk/>
            <pc:sldMk cId="2435955311" sldId="257"/>
            <ac:spMk id="99" creationId="{6AF1A18A-F688-C10D-B1A9-4BBBFF3D0BB7}"/>
          </ac:spMkLst>
        </pc:spChg>
        <pc:spChg chg="mod">
          <ac:chgData name="Rahmati Ziveh Akbar" userId="d988e6b3-f355-4df8-a13d-172b6b92d037" providerId="ADAL" clId="{ABC8D9DF-E9CA-4612-8C83-CD742581B29D}" dt="2026-07-13T11:42:52.141" v="605" actId="1076"/>
          <ac:spMkLst>
            <pc:docMk/>
            <pc:sldMk cId="2435955311" sldId="257"/>
            <ac:spMk id="100" creationId="{C4F5966B-5BFB-A1DB-E8C2-14485DE7EB40}"/>
          </ac:spMkLst>
        </pc:spChg>
        <pc:spChg chg="mod">
          <ac:chgData name="Rahmati Ziveh Akbar" userId="d988e6b3-f355-4df8-a13d-172b6b92d037" providerId="ADAL" clId="{ABC8D9DF-E9CA-4612-8C83-CD742581B29D}" dt="2026-07-13T11:42:52.141" v="605" actId="1076"/>
          <ac:spMkLst>
            <pc:docMk/>
            <pc:sldMk cId="2435955311" sldId="257"/>
            <ac:spMk id="101" creationId="{2FA9AEED-27A0-2B0F-35D0-DEA18DBC22E5}"/>
          </ac:spMkLst>
        </pc:spChg>
        <pc:spChg chg="mod">
          <ac:chgData name="Rahmati Ziveh Akbar" userId="d988e6b3-f355-4df8-a13d-172b6b92d037" providerId="ADAL" clId="{ABC8D9DF-E9CA-4612-8C83-CD742581B29D}" dt="2026-07-13T12:52:04.783" v="927" actId="1036"/>
          <ac:spMkLst>
            <pc:docMk/>
            <pc:sldMk cId="2435955311" sldId="257"/>
            <ac:spMk id="102" creationId="{AC1E719C-B7FB-C1BA-146E-900085ACA228}"/>
          </ac:spMkLst>
        </pc:spChg>
        <pc:spChg chg="mod">
          <ac:chgData name="Rahmati Ziveh Akbar" userId="d988e6b3-f355-4df8-a13d-172b6b92d037" providerId="ADAL" clId="{ABC8D9DF-E9CA-4612-8C83-CD742581B29D}" dt="2026-07-13T12:52:04.783" v="927" actId="1036"/>
          <ac:spMkLst>
            <pc:docMk/>
            <pc:sldMk cId="2435955311" sldId="257"/>
            <ac:spMk id="103" creationId="{9EF43DF7-5C53-4A9B-7863-196172355C6A}"/>
          </ac:spMkLst>
        </pc:spChg>
        <pc:spChg chg="mod">
          <ac:chgData name="Rahmati Ziveh Akbar" userId="d988e6b3-f355-4df8-a13d-172b6b92d037" providerId="ADAL" clId="{ABC8D9DF-E9CA-4612-8C83-CD742581B29D}" dt="2026-07-13T12:52:04.783" v="927" actId="1036"/>
          <ac:spMkLst>
            <pc:docMk/>
            <pc:sldMk cId="2435955311" sldId="257"/>
            <ac:spMk id="104" creationId="{4A8F015A-C4CF-66B7-7325-50D425A1A7EF}"/>
          </ac:spMkLst>
        </pc:spChg>
        <pc:spChg chg="mod">
          <ac:chgData name="Rahmati Ziveh Akbar" userId="d988e6b3-f355-4df8-a13d-172b6b92d037" providerId="ADAL" clId="{ABC8D9DF-E9CA-4612-8C83-CD742581B29D}" dt="2026-07-13T12:52:04.783" v="927" actId="1036"/>
          <ac:spMkLst>
            <pc:docMk/>
            <pc:sldMk cId="2435955311" sldId="257"/>
            <ac:spMk id="105" creationId="{54169389-9E7D-0BBE-CE7A-68E58A90AA89}"/>
          </ac:spMkLst>
        </pc:spChg>
        <pc:spChg chg="mod">
          <ac:chgData name="Rahmati Ziveh Akbar" userId="d988e6b3-f355-4df8-a13d-172b6b92d037" providerId="ADAL" clId="{ABC8D9DF-E9CA-4612-8C83-CD742581B29D}" dt="2026-07-13T12:52:04.783" v="927" actId="1036"/>
          <ac:spMkLst>
            <pc:docMk/>
            <pc:sldMk cId="2435955311" sldId="257"/>
            <ac:spMk id="106" creationId="{11C54DC0-C5BA-8ABE-BFAE-C8DB16FA29DB}"/>
          </ac:spMkLst>
        </pc:spChg>
        <pc:spChg chg="mod">
          <ac:chgData name="Rahmati Ziveh Akbar" userId="d988e6b3-f355-4df8-a13d-172b6b92d037" providerId="ADAL" clId="{ABC8D9DF-E9CA-4612-8C83-CD742581B29D}" dt="2026-07-13T12:52:04.783" v="927" actId="1036"/>
          <ac:spMkLst>
            <pc:docMk/>
            <pc:sldMk cId="2435955311" sldId="257"/>
            <ac:spMk id="107" creationId="{ACCD25C6-4C89-A4EC-E903-32571BB8CFE8}"/>
          </ac:spMkLst>
        </pc:spChg>
        <pc:spChg chg="mod">
          <ac:chgData name="Rahmati Ziveh Akbar" userId="d988e6b3-f355-4df8-a13d-172b6b92d037" providerId="ADAL" clId="{ABC8D9DF-E9CA-4612-8C83-CD742581B29D}" dt="2026-07-13T12:53:10.147" v="945" actId="1076"/>
          <ac:spMkLst>
            <pc:docMk/>
            <pc:sldMk cId="2435955311" sldId="257"/>
            <ac:spMk id="108" creationId="{0097B555-1968-7476-4D7F-0D31915FA988}"/>
          </ac:spMkLst>
        </pc:spChg>
        <pc:spChg chg="mod">
          <ac:chgData name="Rahmati Ziveh Akbar" userId="d988e6b3-f355-4df8-a13d-172b6b92d037" providerId="ADAL" clId="{ABC8D9DF-E9CA-4612-8C83-CD742581B29D}" dt="2026-07-13T11:39:50.599" v="579" actId="14100"/>
          <ac:spMkLst>
            <pc:docMk/>
            <pc:sldMk cId="2435955311" sldId="257"/>
            <ac:spMk id="109" creationId="{F3EC2E90-E635-2569-BF7A-BAD3252521F7}"/>
          </ac:spMkLst>
        </pc:spChg>
        <pc:spChg chg="del mod">
          <ac:chgData name="Rahmati Ziveh Akbar" userId="d988e6b3-f355-4df8-a13d-172b6b92d037" providerId="ADAL" clId="{ABC8D9DF-E9CA-4612-8C83-CD742581B29D}" dt="2026-07-13T11:41:04.973" v="593" actId="478"/>
          <ac:spMkLst>
            <pc:docMk/>
            <pc:sldMk cId="2435955311" sldId="257"/>
            <ac:spMk id="110" creationId="{85207ED7-EB44-73DD-A46F-10DBC31E3D2E}"/>
          </ac:spMkLst>
        </pc:spChg>
        <pc:spChg chg="mod">
          <ac:chgData name="Rahmati Ziveh Akbar" userId="d988e6b3-f355-4df8-a13d-172b6b92d037" providerId="ADAL" clId="{ABC8D9DF-E9CA-4612-8C83-CD742581B29D}" dt="2026-07-13T11:42:26.438" v="602" actId="1036"/>
          <ac:spMkLst>
            <pc:docMk/>
            <pc:sldMk cId="2435955311" sldId="257"/>
            <ac:spMk id="111" creationId="{F9BD7362-6FBE-8592-8CCF-7367BA4AA076}"/>
          </ac:spMkLst>
        </pc:spChg>
        <pc:spChg chg="mod">
          <ac:chgData name="Rahmati Ziveh Akbar" userId="d988e6b3-f355-4df8-a13d-172b6b92d037" providerId="ADAL" clId="{ABC8D9DF-E9CA-4612-8C83-CD742581B29D}" dt="2026-07-13T11:48:41.523" v="707" actId="1076"/>
          <ac:spMkLst>
            <pc:docMk/>
            <pc:sldMk cId="2435955311" sldId="257"/>
            <ac:spMk id="112" creationId="{59E888F0-47FF-D714-6ED4-BD834E0E45E5}"/>
          </ac:spMkLst>
        </pc:spChg>
        <pc:spChg chg="add mod">
          <ac:chgData name="Rahmati Ziveh Akbar" userId="d988e6b3-f355-4df8-a13d-172b6b92d037" providerId="ADAL" clId="{ABC8D9DF-E9CA-4612-8C83-CD742581B29D}" dt="2026-07-13T11:34:41.796" v="485" actId="14100"/>
          <ac:spMkLst>
            <pc:docMk/>
            <pc:sldMk cId="2435955311" sldId="257"/>
            <ac:spMk id="114" creationId="{F85EB2FC-2705-6AE1-E7E5-B80BF9D49D96}"/>
          </ac:spMkLst>
        </pc:spChg>
        <pc:spChg chg="add del mod">
          <ac:chgData name="Rahmati Ziveh Akbar" userId="d988e6b3-f355-4df8-a13d-172b6b92d037" providerId="ADAL" clId="{ABC8D9DF-E9CA-4612-8C83-CD742581B29D}" dt="2026-07-13T11:38:59.566" v="569" actId="478"/>
          <ac:spMkLst>
            <pc:docMk/>
            <pc:sldMk cId="2435955311" sldId="257"/>
            <ac:spMk id="116" creationId="{9F580BBC-D76E-9ACE-16CA-EB8699E310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099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137F-F3C2-3A94-DFC0-A1066591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52994-A113-9ACC-F37E-EFDB1137F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0D7C3-0770-75ED-C48A-30CFB1CBF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54B1B-1655-900B-B9AB-A4845D6999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92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7EB5B-DBF9-70CB-E46B-2DA2BE887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1895061A-D2BD-A017-744F-A0E573233272}"/>
              </a:ext>
            </a:extLst>
          </p:cNvPr>
          <p:cNvSpPr/>
          <p:nvPr/>
        </p:nvSpPr>
        <p:spPr>
          <a:xfrm>
            <a:off x="896112" y="2167999"/>
            <a:ext cx="0" cy="137160"/>
          </a:xfrm>
          <a:prstGeom prst="line">
            <a:avLst/>
          </a:prstGeom>
          <a:noFill/>
          <a:ln w="16510">
            <a:solidFill>
              <a:srgbClr val="B8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EAAAA8-BAC5-02E9-614A-154265C03123}"/>
              </a:ext>
            </a:extLst>
          </p:cNvPr>
          <p:cNvSpPr/>
          <p:nvPr/>
        </p:nvSpPr>
        <p:spPr>
          <a:xfrm>
            <a:off x="896112" y="3420727"/>
            <a:ext cx="0" cy="201168"/>
          </a:xfrm>
          <a:prstGeom prst="line">
            <a:avLst/>
          </a:prstGeom>
          <a:noFill/>
          <a:ln w="16510">
            <a:solidFill>
              <a:srgbClr val="B8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F9E8FB-60B4-AB55-B23E-A6E33994E127}"/>
              </a:ext>
            </a:extLst>
          </p:cNvPr>
          <p:cNvSpPr/>
          <p:nvPr/>
        </p:nvSpPr>
        <p:spPr>
          <a:xfrm>
            <a:off x="896112" y="5231239"/>
            <a:ext cx="0" cy="146304"/>
          </a:xfrm>
          <a:prstGeom prst="line">
            <a:avLst/>
          </a:prstGeom>
          <a:noFill/>
          <a:ln w="16510">
            <a:solidFill>
              <a:srgbClr val="B8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B45652-9354-94A9-61D4-45C58EFF9EFD}"/>
              </a:ext>
            </a:extLst>
          </p:cNvPr>
          <p:cNvSpPr/>
          <p:nvPr/>
        </p:nvSpPr>
        <p:spPr>
          <a:xfrm>
            <a:off x="896112" y="7041751"/>
            <a:ext cx="0" cy="146304"/>
          </a:xfrm>
          <a:prstGeom prst="line">
            <a:avLst/>
          </a:prstGeom>
          <a:noFill/>
          <a:ln w="16510">
            <a:solidFill>
              <a:srgbClr val="B8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FB6285B-947A-345B-3ED9-F99409670C5B}"/>
              </a:ext>
            </a:extLst>
          </p:cNvPr>
          <p:cNvSpPr/>
          <p:nvPr/>
        </p:nvSpPr>
        <p:spPr>
          <a:xfrm>
            <a:off x="896112" y="8637379"/>
            <a:ext cx="0" cy="182880"/>
          </a:xfrm>
          <a:prstGeom prst="line">
            <a:avLst/>
          </a:prstGeom>
          <a:noFill/>
          <a:ln w="16510">
            <a:solidFill>
              <a:srgbClr val="B8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2788A10-AC35-9F8D-1E85-F4B99D59B019}"/>
              </a:ext>
            </a:extLst>
          </p:cNvPr>
          <p:cNvSpPr/>
          <p:nvPr/>
        </p:nvSpPr>
        <p:spPr>
          <a:xfrm>
            <a:off x="4864608" y="3804775"/>
            <a:ext cx="0" cy="109728"/>
          </a:xfrm>
          <a:prstGeom prst="line">
            <a:avLst/>
          </a:prstGeom>
          <a:noFill/>
          <a:ln w="10160">
            <a:solidFill>
              <a:srgbClr val="B8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D7CBB72-E161-0FF0-B741-9B08B3AA1BE7}"/>
              </a:ext>
            </a:extLst>
          </p:cNvPr>
          <p:cNvSpPr/>
          <p:nvPr/>
        </p:nvSpPr>
        <p:spPr>
          <a:xfrm>
            <a:off x="256032" y="503791"/>
            <a:ext cx="5815584" cy="1664208"/>
          </a:xfrm>
          <a:prstGeom prst="roundRect">
            <a:avLst>
              <a:gd name="adj" fmla="val 6593"/>
            </a:avLst>
          </a:prstGeom>
          <a:solidFill>
            <a:srgbClr val="EAF2F8"/>
          </a:solidFill>
          <a:ln w="1778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9992F78-DB60-D00C-C86A-E97A9F674E9C}"/>
              </a:ext>
            </a:extLst>
          </p:cNvPr>
          <p:cNvSpPr/>
          <p:nvPr/>
        </p:nvSpPr>
        <p:spPr>
          <a:xfrm>
            <a:off x="347472" y="595231"/>
            <a:ext cx="1280160" cy="1481328"/>
          </a:xfrm>
          <a:prstGeom prst="roundRect">
            <a:avLst>
              <a:gd name="adj" fmla="val 7143"/>
            </a:avLst>
          </a:prstGeom>
          <a:solidFill>
            <a:srgbClr val="3275A5"/>
          </a:solidFill>
          <a:ln w="1016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400BF2E-AFB7-0067-955D-DAEEDB864DCC}"/>
              </a:ext>
            </a:extLst>
          </p:cNvPr>
          <p:cNvSpPr/>
          <p:nvPr/>
        </p:nvSpPr>
        <p:spPr>
          <a:xfrm>
            <a:off x="484632" y="686671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AFE398F-A92A-0886-35FB-07C40089D7C1}"/>
              </a:ext>
            </a:extLst>
          </p:cNvPr>
          <p:cNvSpPr/>
          <p:nvPr/>
        </p:nvSpPr>
        <p:spPr>
          <a:xfrm>
            <a:off x="420624" y="859536"/>
            <a:ext cx="11338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datasets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A1C924E-6636-9DC2-B8EA-AA64BC8DF67A}"/>
              </a:ext>
            </a:extLst>
          </p:cNvPr>
          <p:cNvSpPr/>
          <p:nvPr/>
        </p:nvSpPr>
        <p:spPr>
          <a:xfrm>
            <a:off x="256032" y="2305159"/>
            <a:ext cx="5815584" cy="1115568"/>
          </a:xfrm>
          <a:prstGeom prst="roundRect">
            <a:avLst>
              <a:gd name="adj" fmla="val 9836"/>
            </a:avLst>
          </a:prstGeom>
          <a:solidFill>
            <a:srgbClr val="EAF2F8"/>
          </a:solidFill>
          <a:ln w="1778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29612B0-7BD6-0732-2906-29E348444724}"/>
              </a:ext>
            </a:extLst>
          </p:cNvPr>
          <p:cNvSpPr/>
          <p:nvPr/>
        </p:nvSpPr>
        <p:spPr>
          <a:xfrm>
            <a:off x="347472" y="2396599"/>
            <a:ext cx="1280160" cy="932688"/>
          </a:xfrm>
          <a:prstGeom prst="roundRect">
            <a:avLst>
              <a:gd name="adj" fmla="val 9804"/>
            </a:avLst>
          </a:prstGeom>
          <a:solidFill>
            <a:srgbClr val="3275A5"/>
          </a:solidFill>
          <a:ln w="1016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A195B48-18B2-1A94-4C00-3E623FC50115}"/>
              </a:ext>
            </a:extLst>
          </p:cNvPr>
          <p:cNvSpPr/>
          <p:nvPr/>
        </p:nvSpPr>
        <p:spPr>
          <a:xfrm>
            <a:off x="484632" y="2488039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AA85B71-842F-4515-014B-A7B8B2B38944}"/>
              </a:ext>
            </a:extLst>
          </p:cNvPr>
          <p:cNvSpPr/>
          <p:nvPr/>
        </p:nvSpPr>
        <p:spPr>
          <a:xfrm>
            <a:off x="347472" y="26700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Harmonisation</a:t>
            </a:r>
            <a:endParaRPr lang="en-US" sz="14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3CD25EC-E76C-0133-D011-22874F506CF8}"/>
              </a:ext>
            </a:extLst>
          </p:cNvPr>
          <p:cNvSpPr/>
          <p:nvPr/>
        </p:nvSpPr>
        <p:spPr>
          <a:xfrm>
            <a:off x="256032" y="3621895"/>
            <a:ext cx="5815584" cy="1609344"/>
          </a:xfrm>
          <a:prstGeom prst="roundRect">
            <a:avLst>
              <a:gd name="adj" fmla="val 6818"/>
            </a:avLst>
          </a:prstGeom>
          <a:solidFill>
            <a:srgbClr val="EAF2F8"/>
          </a:solidFill>
          <a:ln w="1778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C0A0CE4-3ECB-719C-621C-4B5DA2FF1EDB}"/>
              </a:ext>
            </a:extLst>
          </p:cNvPr>
          <p:cNvSpPr/>
          <p:nvPr/>
        </p:nvSpPr>
        <p:spPr>
          <a:xfrm>
            <a:off x="347472" y="3713335"/>
            <a:ext cx="1280160" cy="1426464"/>
          </a:xfrm>
          <a:prstGeom prst="roundRect">
            <a:avLst>
              <a:gd name="adj" fmla="val 7143"/>
            </a:avLst>
          </a:prstGeom>
          <a:solidFill>
            <a:srgbClr val="3275A5"/>
          </a:solidFill>
          <a:ln w="1016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7AB1A51-84FA-1213-A783-65A7A1AF96FA}"/>
              </a:ext>
            </a:extLst>
          </p:cNvPr>
          <p:cNvSpPr/>
          <p:nvPr/>
        </p:nvSpPr>
        <p:spPr>
          <a:xfrm>
            <a:off x="484632" y="3804775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4BFB6E7-0EC4-AFFF-0EDA-3F2E4EFF7124}"/>
              </a:ext>
            </a:extLst>
          </p:cNvPr>
          <p:cNvSpPr/>
          <p:nvPr/>
        </p:nvSpPr>
        <p:spPr>
          <a:xfrm>
            <a:off x="420624" y="4069080"/>
            <a:ext cx="1133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A04275C-49E1-454D-A3ED-6D47EBFC3904}"/>
              </a:ext>
            </a:extLst>
          </p:cNvPr>
          <p:cNvSpPr/>
          <p:nvPr/>
        </p:nvSpPr>
        <p:spPr>
          <a:xfrm>
            <a:off x="256032" y="5377542"/>
            <a:ext cx="5815584" cy="1961387"/>
          </a:xfrm>
          <a:prstGeom prst="roundRect">
            <a:avLst>
              <a:gd name="adj" fmla="val 6593"/>
            </a:avLst>
          </a:prstGeom>
          <a:solidFill>
            <a:srgbClr val="EAF2F8"/>
          </a:solidFill>
          <a:ln w="1778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496A72B-B519-73AB-28DC-59540F57C4B9}"/>
              </a:ext>
            </a:extLst>
          </p:cNvPr>
          <p:cNvSpPr/>
          <p:nvPr/>
        </p:nvSpPr>
        <p:spPr>
          <a:xfrm>
            <a:off x="347472" y="5468982"/>
            <a:ext cx="1280160" cy="1778507"/>
          </a:xfrm>
          <a:prstGeom prst="roundRect">
            <a:avLst>
              <a:gd name="adj" fmla="val 7143"/>
            </a:avLst>
          </a:prstGeom>
          <a:solidFill>
            <a:srgbClr val="3275A5"/>
          </a:solidFill>
          <a:ln w="1016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5D5787B-0D45-0D4A-BCBF-19560D2BCDC2}"/>
              </a:ext>
            </a:extLst>
          </p:cNvPr>
          <p:cNvSpPr/>
          <p:nvPr/>
        </p:nvSpPr>
        <p:spPr>
          <a:xfrm>
            <a:off x="484632" y="556042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54BE275-3AC3-FB40-018A-E075F15DA20A}"/>
              </a:ext>
            </a:extLst>
          </p:cNvPr>
          <p:cNvSpPr/>
          <p:nvPr/>
        </p:nvSpPr>
        <p:spPr>
          <a:xfrm>
            <a:off x="420624" y="5879592"/>
            <a:ext cx="11338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</a:t>
            </a:r>
            <a:endParaRPr lang="en-US" sz="14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BC2F61F-051F-66B1-FDB9-36ACB3771E6D}"/>
              </a:ext>
            </a:extLst>
          </p:cNvPr>
          <p:cNvSpPr/>
          <p:nvPr/>
        </p:nvSpPr>
        <p:spPr>
          <a:xfrm>
            <a:off x="256032" y="7485235"/>
            <a:ext cx="5815584" cy="1152144"/>
          </a:xfrm>
          <a:prstGeom prst="roundRect">
            <a:avLst>
              <a:gd name="adj" fmla="val 9524"/>
            </a:avLst>
          </a:prstGeom>
          <a:solidFill>
            <a:srgbClr val="EAF2F8"/>
          </a:solidFill>
          <a:ln w="1778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CC53A11-4D60-C43D-5923-74C3B96D55B2}"/>
              </a:ext>
            </a:extLst>
          </p:cNvPr>
          <p:cNvSpPr/>
          <p:nvPr/>
        </p:nvSpPr>
        <p:spPr>
          <a:xfrm>
            <a:off x="347472" y="7576674"/>
            <a:ext cx="1280160" cy="969264"/>
          </a:xfrm>
          <a:prstGeom prst="roundRect">
            <a:avLst>
              <a:gd name="adj" fmla="val 9434"/>
            </a:avLst>
          </a:prstGeom>
          <a:solidFill>
            <a:srgbClr val="3275A5"/>
          </a:solidFill>
          <a:ln w="1016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798D1EF-A6EA-F116-5F48-EB3D3E46D619}"/>
              </a:ext>
            </a:extLst>
          </p:cNvPr>
          <p:cNvSpPr/>
          <p:nvPr/>
        </p:nvSpPr>
        <p:spPr>
          <a:xfrm>
            <a:off x="484632" y="766811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F57730E-A954-8906-3D80-A0A51EA25FDA}"/>
              </a:ext>
            </a:extLst>
          </p:cNvPr>
          <p:cNvSpPr/>
          <p:nvPr/>
        </p:nvSpPr>
        <p:spPr>
          <a:xfrm>
            <a:off x="420624" y="795985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ensemble</a:t>
            </a:r>
            <a:endParaRPr lang="en-US" sz="14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F08AFBD-EF1D-68CD-0221-9E1BFE0726F8}"/>
              </a:ext>
            </a:extLst>
          </p:cNvPr>
          <p:cNvSpPr/>
          <p:nvPr/>
        </p:nvSpPr>
        <p:spPr>
          <a:xfrm>
            <a:off x="256032" y="8820259"/>
            <a:ext cx="5815584" cy="1444752"/>
          </a:xfrm>
          <a:prstGeom prst="roundRect">
            <a:avLst>
              <a:gd name="adj" fmla="val 7595"/>
            </a:avLst>
          </a:prstGeom>
          <a:solidFill>
            <a:srgbClr val="EAF2F8"/>
          </a:solidFill>
          <a:ln w="1778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E2C3DA8-368A-F9D4-6A92-1A14504D4B1E}"/>
              </a:ext>
            </a:extLst>
          </p:cNvPr>
          <p:cNvSpPr/>
          <p:nvPr/>
        </p:nvSpPr>
        <p:spPr>
          <a:xfrm>
            <a:off x="347472" y="8911699"/>
            <a:ext cx="1280160" cy="1261872"/>
          </a:xfrm>
          <a:prstGeom prst="roundRect">
            <a:avLst>
              <a:gd name="adj" fmla="val 7246"/>
            </a:avLst>
          </a:prstGeom>
          <a:solidFill>
            <a:srgbClr val="3275A5"/>
          </a:solidFill>
          <a:ln w="10160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10DF6F6-9518-8B42-5D77-CE51E10FA102}"/>
              </a:ext>
            </a:extLst>
          </p:cNvPr>
          <p:cNvSpPr/>
          <p:nvPr/>
        </p:nvSpPr>
        <p:spPr>
          <a:xfrm>
            <a:off x="484632" y="9003139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996F327-BF50-5E8C-A2F9-BC4028C7ACA5}"/>
              </a:ext>
            </a:extLst>
          </p:cNvPr>
          <p:cNvSpPr/>
          <p:nvPr/>
        </p:nvSpPr>
        <p:spPr>
          <a:xfrm>
            <a:off x="443917" y="9207884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1688EDE-AAAD-475B-EC5E-5A62562CB469}"/>
              </a:ext>
            </a:extLst>
          </p:cNvPr>
          <p:cNvSpPr/>
          <p:nvPr/>
        </p:nvSpPr>
        <p:spPr>
          <a:xfrm>
            <a:off x="1719072" y="659282"/>
            <a:ext cx="41879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BC4E258-0C92-A2D1-9393-86AC9D119C47}"/>
              </a:ext>
            </a:extLst>
          </p:cNvPr>
          <p:cNvSpPr/>
          <p:nvPr/>
        </p:nvSpPr>
        <p:spPr>
          <a:xfrm>
            <a:off x="1838706" y="681083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P-E analysis pairs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8E23D38-70E9-51FA-EE4E-D70658416BB6}"/>
              </a:ext>
            </a:extLst>
          </p:cNvPr>
          <p:cNvSpPr/>
          <p:nvPr/>
        </p:nvSpPr>
        <p:spPr>
          <a:xfrm>
            <a:off x="1810512" y="933559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ERA5-Land - FLDAS - MERRA-2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TerraClimate</a:t>
            </a: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GLEAM (MSWEP P + GLEAM E)</a:t>
            </a:r>
            <a:endParaRPr lang="en-US" sz="10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5FE77C0-8D44-53E5-45FB-BE631D82EA2A}"/>
              </a:ext>
            </a:extLst>
          </p:cNvPr>
          <p:cNvSpPr/>
          <p:nvPr/>
        </p:nvSpPr>
        <p:spPr>
          <a:xfrm>
            <a:off x="1719072" y="1354226"/>
            <a:ext cx="2011680" cy="7315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62601A4-954D-ABDF-45F5-4503F26C8A97}"/>
              </a:ext>
            </a:extLst>
          </p:cNvPr>
          <p:cNvSpPr/>
          <p:nvPr/>
        </p:nvSpPr>
        <p:spPr>
          <a:xfrm>
            <a:off x="1968998" y="1363093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ensembles</a:t>
            </a: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293ABBB-FC65-8E8E-B9DD-699093D670AF}"/>
              </a:ext>
            </a:extLst>
          </p:cNvPr>
          <p:cNvSpPr/>
          <p:nvPr/>
        </p:nvSpPr>
        <p:spPr>
          <a:xfrm>
            <a:off x="1837757" y="1672699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 + 8 E products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weight assessment</a:t>
            </a:r>
            <a:endParaRPr lang="en-US" sz="10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DA678C50-BA04-AF62-5603-E951B135153C}"/>
              </a:ext>
            </a:extLst>
          </p:cNvPr>
          <p:cNvSpPr/>
          <p:nvPr/>
        </p:nvSpPr>
        <p:spPr>
          <a:xfrm>
            <a:off x="3895344" y="1354226"/>
            <a:ext cx="2103120" cy="7315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C366ED04-BCAE-4DC8-E811-7497C5BFC4D9}"/>
              </a:ext>
            </a:extLst>
          </p:cNvPr>
          <p:cNvSpPr/>
          <p:nvPr/>
        </p:nvSpPr>
        <p:spPr>
          <a:xfrm>
            <a:off x="3941064" y="1366883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combinations</a:t>
            </a:r>
            <a:endParaRPr lang="en-US" sz="12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243F22D-A7AC-91F9-A9B8-9EAC38B3400A}"/>
              </a:ext>
            </a:extLst>
          </p:cNvPr>
          <p:cNvSpPr/>
          <p:nvPr/>
        </p:nvSpPr>
        <p:spPr>
          <a:xfrm>
            <a:off x="3920677" y="1596260"/>
            <a:ext cx="2093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MERRA-2 &amp; MSWX temperature products × 6 PET methods</a:t>
            </a:r>
            <a:endParaRPr lang="en-US" sz="10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F699458-BE85-4BB3-B29B-1343496CE50D}"/>
              </a:ext>
            </a:extLst>
          </p:cNvPr>
          <p:cNvSpPr/>
          <p:nvPr/>
        </p:nvSpPr>
        <p:spPr>
          <a:xfrm>
            <a:off x="1719072" y="2497226"/>
            <a:ext cx="2011680" cy="722376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F57D69E-D717-F1EB-0732-F8DD47C322E1}"/>
              </a:ext>
            </a:extLst>
          </p:cNvPr>
          <p:cNvSpPr/>
          <p:nvPr/>
        </p:nvSpPr>
        <p:spPr>
          <a:xfrm>
            <a:off x="2083712" y="2529649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Harmonised</a:t>
            </a: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grid</a:t>
            </a:r>
            <a:endParaRPr lang="en-US" sz="12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14C462E-3968-62E9-FA4B-4277777731CD}"/>
              </a:ext>
            </a:extLst>
          </p:cNvPr>
          <p:cNvSpPr/>
          <p:nvPr/>
        </p:nvSpPr>
        <p:spPr>
          <a:xfrm>
            <a:off x="1901952" y="2774708"/>
            <a:ext cx="1828800" cy="34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0.25° - annual - 1982-2021 -</a:t>
            </a:r>
          </a:p>
          <a:p>
            <a:pPr marL="0" indent="0" algn="ctr">
              <a:buNone/>
            </a:pPr>
            <a:r>
              <a:rPr lang="en-US" sz="1000" dirty="0"/>
              <a:t>land only</a:t>
            </a: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6E843CC2-1F2F-C3E0-D455-965A695B59AD}"/>
              </a:ext>
            </a:extLst>
          </p:cNvPr>
          <p:cNvSpPr/>
          <p:nvPr/>
        </p:nvSpPr>
        <p:spPr>
          <a:xfrm>
            <a:off x="3895344" y="2497226"/>
            <a:ext cx="2103120" cy="722376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443DE53F-6FF8-07AA-C26F-415FA20B11E9}"/>
              </a:ext>
            </a:extLst>
          </p:cNvPr>
          <p:cNvSpPr/>
          <p:nvPr/>
        </p:nvSpPr>
        <p:spPr>
          <a:xfrm>
            <a:off x="4380992" y="2530722"/>
            <a:ext cx="1266352" cy="13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units</a:t>
            </a:r>
            <a:endParaRPr lang="en-US" sz="12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A00A9F71-D4AF-B9A6-4490-71465C4CBC2A}"/>
              </a:ext>
            </a:extLst>
          </p:cNvPr>
          <p:cNvSpPr/>
          <p:nvPr/>
        </p:nvSpPr>
        <p:spPr>
          <a:xfrm>
            <a:off x="4145534" y="2764644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IPCC AR6 region × biome</a:t>
            </a:r>
            <a:endParaRPr lang="en-US" sz="1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5B56611-BF48-0EF1-79DB-B0ADBF59D012}"/>
              </a:ext>
            </a:extLst>
          </p:cNvPr>
          <p:cNvGrpSpPr/>
          <p:nvPr/>
        </p:nvGrpSpPr>
        <p:grpSpPr>
          <a:xfrm>
            <a:off x="1728216" y="3726954"/>
            <a:ext cx="4187952" cy="502920"/>
            <a:chOff x="1719072" y="3859682"/>
            <a:chExt cx="4187952" cy="502920"/>
          </a:xfrm>
        </p:grpSpPr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7E46545D-7FE4-5BD5-6B46-202F9EFAAFE7}"/>
                </a:ext>
              </a:extLst>
            </p:cNvPr>
            <p:cNvSpPr/>
            <p:nvPr/>
          </p:nvSpPr>
          <p:spPr>
            <a:xfrm>
              <a:off x="1719072" y="3859682"/>
              <a:ext cx="4187952" cy="50292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13335">
              <a:solidFill>
                <a:srgbClr val="3275A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62">
              <a:extLst>
                <a:ext uri="{FF2B5EF4-FFF2-40B4-BE49-F238E27FC236}">
                  <a16:creationId xmlns:a16="http://schemas.microsoft.com/office/drawing/2014/main" id="{0238A162-912A-4C6F-DB2C-8AB6B2BDCB44}"/>
                </a:ext>
              </a:extLst>
            </p:cNvPr>
            <p:cNvSpPr/>
            <p:nvPr/>
          </p:nvSpPr>
          <p:spPr>
            <a:xfrm>
              <a:off x="1816795" y="3875083"/>
              <a:ext cx="400507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275A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Leave-one-out ensemble agreement</a:t>
              </a:r>
              <a:endParaRPr lang="en-US" sz="1200" dirty="0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10582E4C-C597-3AEE-3179-0CE0FAC4E87F}"/>
                </a:ext>
              </a:extLst>
            </p:cNvPr>
            <p:cNvSpPr/>
            <p:nvPr/>
          </p:nvSpPr>
          <p:spPr>
            <a:xfrm>
              <a:off x="1810512" y="4143103"/>
              <a:ext cx="400507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532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climatology - variability - trend - sign/significance</a:t>
              </a:r>
              <a:endParaRPr lang="en-US" sz="1000" dirty="0"/>
            </a:p>
          </p:txBody>
        </p:sp>
      </p:grpSp>
      <p:sp>
        <p:nvSpPr>
          <p:cNvPr id="66" name="Shape 64">
            <a:extLst>
              <a:ext uri="{FF2B5EF4-FFF2-40B4-BE49-F238E27FC236}">
                <a16:creationId xmlns:a16="http://schemas.microsoft.com/office/drawing/2014/main" id="{A7E11896-28BF-FA01-C1A5-1AFFEC73BF40}"/>
              </a:ext>
            </a:extLst>
          </p:cNvPr>
          <p:cNvSpPr/>
          <p:nvPr/>
        </p:nvSpPr>
        <p:spPr>
          <a:xfrm>
            <a:off x="1691132" y="4338286"/>
            <a:ext cx="2103120" cy="72237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69EE8232-9D09-93A2-2CDA-5DB06149D08B}"/>
              </a:ext>
            </a:extLst>
          </p:cNvPr>
          <p:cNvSpPr/>
          <p:nvPr/>
        </p:nvSpPr>
        <p:spPr>
          <a:xfrm>
            <a:off x="1719071" y="4355518"/>
            <a:ext cx="2239772" cy="15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plausibility screens</a:t>
            </a:r>
            <a:endParaRPr lang="en-US" sz="118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C35AE084-3623-0962-4BCE-6C8C2B8A5074}"/>
              </a:ext>
            </a:extLst>
          </p:cNvPr>
          <p:cNvSpPr/>
          <p:nvPr/>
        </p:nvSpPr>
        <p:spPr>
          <a:xfrm>
            <a:off x="1788668" y="4682895"/>
            <a:ext cx="1816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 &gt; 0.9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AET &lt; PET</a:t>
            </a:r>
            <a:endParaRPr lang="en-US" sz="10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38791E2A-89E4-9D67-21D9-962FBBA43946}"/>
              </a:ext>
            </a:extLst>
          </p:cNvPr>
          <p:cNvSpPr/>
          <p:nvPr/>
        </p:nvSpPr>
        <p:spPr>
          <a:xfrm>
            <a:off x="3867404" y="4338286"/>
            <a:ext cx="2103120" cy="72237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90813B8F-F55F-077A-5D3D-1D0790A4FA5D}"/>
              </a:ext>
            </a:extLst>
          </p:cNvPr>
          <p:cNvSpPr/>
          <p:nvPr/>
        </p:nvSpPr>
        <p:spPr>
          <a:xfrm>
            <a:off x="3958843" y="4361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Plausibility check</a:t>
            </a:r>
            <a:endParaRPr lang="en-US" sz="12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E89AA208-EB57-10F7-ACAA-C1B0A2F50C5E}"/>
              </a:ext>
            </a:extLst>
          </p:cNvPr>
          <p:cNvSpPr/>
          <p:nvPr/>
        </p:nvSpPr>
        <p:spPr>
          <a:xfrm>
            <a:off x="3958844" y="467439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 &gt; 0.9 &amp; AET &lt; PET for at least half PET combinations</a:t>
            </a:r>
            <a:endParaRPr lang="en-US" sz="100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73BE72C6-DCA2-D535-868B-A1F5DB3A8F9D}"/>
              </a:ext>
            </a:extLst>
          </p:cNvPr>
          <p:cNvSpPr/>
          <p:nvPr/>
        </p:nvSpPr>
        <p:spPr>
          <a:xfrm>
            <a:off x="1745570" y="548526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Grid-cell performance → region </a:t>
            </a:r>
            <a:r>
              <a:rPr lang="en-US" sz="1200" b="1" dirty="0">
                <a:solidFill>
                  <a:srgbClr val="3275A5"/>
                </a:solidFill>
                <a:latin typeface="Arial" pitchFamily="34" charset="0"/>
                <a:cs typeface="Arial" pitchFamily="34" charset="-120"/>
              </a:rPr>
              <a:t>× </a:t>
            </a: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 selection probabilities</a:t>
            </a:r>
            <a:endParaRPr lang="en-US" sz="120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F874A834-6824-1E26-F91D-E688B586960C}"/>
              </a:ext>
            </a:extLst>
          </p:cNvPr>
          <p:cNvSpPr/>
          <p:nvPr/>
        </p:nvSpPr>
        <p:spPr>
          <a:xfrm>
            <a:off x="1719072" y="5798210"/>
            <a:ext cx="2011680" cy="6620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274EF3E9-2999-DD69-EF00-DB6DE3D6766B}"/>
              </a:ext>
            </a:extLst>
          </p:cNvPr>
          <p:cNvSpPr/>
          <p:nvPr/>
        </p:nvSpPr>
        <p:spPr>
          <a:xfrm>
            <a:off x="2066544" y="5840509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scenario</a:t>
            </a:r>
            <a:endParaRPr lang="en-US" sz="1200" dirty="0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0CEB2C42-B00D-83B2-FACE-A14406CD9D2A}"/>
              </a:ext>
            </a:extLst>
          </p:cNvPr>
          <p:cNvSpPr/>
          <p:nvPr/>
        </p:nvSpPr>
        <p:spPr>
          <a:xfrm>
            <a:off x="1668399" y="6118207"/>
            <a:ext cx="1970913" cy="134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probability field</a:t>
            </a:r>
            <a:endParaRPr lang="en-US" sz="100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27FDDC2C-65C8-4D06-F4A6-71E1B5784CBE}"/>
              </a:ext>
            </a:extLst>
          </p:cNvPr>
          <p:cNvSpPr/>
          <p:nvPr/>
        </p:nvSpPr>
        <p:spPr>
          <a:xfrm>
            <a:off x="3924019" y="5798210"/>
            <a:ext cx="2103120" cy="6620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F4913217-A858-09AD-4832-28D72E21DAF6}"/>
              </a:ext>
            </a:extLst>
          </p:cNvPr>
          <p:cNvSpPr/>
          <p:nvPr/>
        </p:nvSpPr>
        <p:spPr>
          <a:xfrm>
            <a:off x="4145534" y="5840509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scenarios</a:t>
            </a:r>
            <a:endParaRPr lang="en-US" sz="12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AFF7D8B8-EF65-1DEF-C84D-EE6994546616}"/>
              </a:ext>
            </a:extLst>
          </p:cNvPr>
          <p:cNvSpPr/>
          <p:nvPr/>
        </p:nvSpPr>
        <p:spPr>
          <a:xfrm>
            <a:off x="3924487" y="6015798"/>
            <a:ext cx="2084832" cy="32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alternative weighting choices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records</a:t>
            </a:r>
            <a:endParaRPr lang="en-US" sz="1000" dirty="0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627B479E-BFEF-F93A-EE6E-B31E5461E196}"/>
              </a:ext>
            </a:extLst>
          </p:cNvPr>
          <p:cNvSpPr/>
          <p:nvPr/>
        </p:nvSpPr>
        <p:spPr>
          <a:xfrm>
            <a:off x="1719072" y="6574536"/>
            <a:ext cx="4187952" cy="72237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990094E8-24AF-CC32-CFD2-667DE1376C0D}"/>
              </a:ext>
            </a:extLst>
          </p:cNvPr>
          <p:cNvSpPr/>
          <p:nvPr/>
        </p:nvSpPr>
        <p:spPr>
          <a:xfrm>
            <a:off x="3219807" y="6657787"/>
            <a:ext cx="1259633" cy="134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scenarios</a:t>
            </a:r>
            <a:endParaRPr lang="en-US" sz="1200" dirty="0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99843C06-D36D-7242-7945-17C20DE3807F}"/>
              </a:ext>
            </a:extLst>
          </p:cNvPr>
          <p:cNvSpPr/>
          <p:nvPr/>
        </p:nvSpPr>
        <p:spPr>
          <a:xfrm>
            <a:off x="1664021" y="6872630"/>
            <a:ext cx="4269501" cy="34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u="sng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allocation</a:t>
            </a: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base - climate - evap. - </a:t>
            </a:r>
            <a:r>
              <a:rPr lang="en-US" sz="1000" dirty="0" err="1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precip</a:t>
            </a: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- weighted evidence  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u="sng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</a:t>
            </a: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prob. mapping - linear - exponential - neutral - disagreement</a:t>
            </a:r>
            <a:endParaRPr lang="en-US" sz="1000" dirty="0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3580E882-0365-9670-5473-19C3D0250049}"/>
              </a:ext>
            </a:extLst>
          </p:cNvPr>
          <p:cNvSpPr/>
          <p:nvPr/>
        </p:nvSpPr>
        <p:spPr>
          <a:xfrm>
            <a:off x="1664021" y="7583555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Inverse-CDF sampling by region </a:t>
            </a:r>
            <a:r>
              <a:rPr lang="en-US" sz="1100" b="1" dirty="0">
                <a:solidFill>
                  <a:srgbClr val="3275A5"/>
                </a:solidFill>
                <a:latin typeface="Arial" pitchFamily="34" charset="0"/>
                <a:cs typeface="Arial" pitchFamily="34" charset="-120"/>
              </a:rPr>
              <a:t>×</a:t>
            </a:r>
            <a:r>
              <a:rPr lang="en-US" sz="11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biome</a:t>
            </a:r>
            <a:endParaRPr lang="en-US" sz="1100" dirty="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0389509A-D721-AD2B-A3AB-3163672A6239}"/>
              </a:ext>
            </a:extLst>
          </p:cNvPr>
          <p:cNvSpPr/>
          <p:nvPr/>
        </p:nvSpPr>
        <p:spPr>
          <a:xfrm>
            <a:off x="1746317" y="7864710"/>
            <a:ext cx="20116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903605E9-12EB-C88C-3B27-9F644824582B}"/>
              </a:ext>
            </a:extLst>
          </p:cNvPr>
          <p:cNvSpPr/>
          <p:nvPr/>
        </p:nvSpPr>
        <p:spPr>
          <a:xfrm>
            <a:off x="1993392" y="789555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ensemble</a:t>
            </a:r>
            <a:endParaRPr lang="en-US" sz="120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3DD7E84E-D1BE-AAD3-6801-153124E2833C}"/>
              </a:ext>
            </a:extLst>
          </p:cNvPr>
          <p:cNvSpPr/>
          <p:nvPr/>
        </p:nvSpPr>
        <p:spPr>
          <a:xfrm>
            <a:off x="1810512" y="8129633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members (base scenario)</a:t>
            </a:r>
            <a:endParaRPr lang="en-US" sz="1000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F947286F-FAC0-EF92-5A06-63B5F6D620D4}"/>
              </a:ext>
            </a:extLst>
          </p:cNvPr>
          <p:cNvSpPr/>
          <p:nvPr/>
        </p:nvSpPr>
        <p:spPr>
          <a:xfrm>
            <a:off x="3895344" y="7883042"/>
            <a:ext cx="21031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3D12A1F1-EDCA-860A-3893-E4545F409E6A}"/>
              </a:ext>
            </a:extLst>
          </p:cNvPr>
          <p:cNvSpPr/>
          <p:nvPr/>
        </p:nvSpPr>
        <p:spPr>
          <a:xfrm>
            <a:off x="4187952" y="7898473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ensemble</a:t>
            </a:r>
            <a:endParaRPr lang="en-US" sz="1200" dirty="0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13C3D424-AE6F-6496-8F24-12AAEFF6C51E}"/>
              </a:ext>
            </a:extLst>
          </p:cNvPr>
          <p:cNvSpPr/>
          <p:nvPr/>
        </p:nvSpPr>
        <p:spPr>
          <a:xfrm>
            <a:off x="4050284" y="8129633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members for each scenario</a:t>
            </a:r>
            <a:endParaRPr lang="en-US" sz="10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5472960-BEE8-ACD1-BB13-6DEF44CDC2AF}"/>
              </a:ext>
            </a:extLst>
          </p:cNvPr>
          <p:cNvGrpSpPr/>
          <p:nvPr/>
        </p:nvGrpSpPr>
        <p:grpSpPr>
          <a:xfrm>
            <a:off x="1577773" y="9105181"/>
            <a:ext cx="2180224" cy="859536"/>
            <a:chOff x="1577773" y="9217152"/>
            <a:chExt cx="2180224" cy="859536"/>
          </a:xfrm>
        </p:grpSpPr>
        <p:sp>
          <p:nvSpPr>
            <p:cNvPr id="102" name="Shape 100">
              <a:extLst>
                <a:ext uri="{FF2B5EF4-FFF2-40B4-BE49-F238E27FC236}">
                  <a16:creationId xmlns:a16="http://schemas.microsoft.com/office/drawing/2014/main" id="{AC1E719C-B7FB-C1BA-146E-900085ACA228}"/>
                </a:ext>
              </a:extLst>
            </p:cNvPr>
            <p:cNvSpPr/>
            <p:nvPr/>
          </p:nvSpPr>
          <p:spPr>
            <a:xfrm>
              <a:off x="1719072" y="9217152"/>
              <a:ext cx="2011680" cy="859536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3335">
              <a:solidFill>
                <a:srgbClr val="3275A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" name="Text 101">
              <a:extLst>
                <a:ext uri="{FF2B5EF4-FFF2-40B4-BE49-F238E27FC236}">
                  <a16:creationId xmlns:a16="http://schemas.microsoft.com/office/drawing/2014/main" id="{9EF43DF7-5C53-4A9B-7863-196172355C6A}"/>
                </a:ext>
              </a:extLst>
            </p:cNvPr>
            <p:cNvSpPr/>
            <p:nvPr/>
          </p:nvSpPr>
          <p:spPr>
            <a:xfrm>
              <a:off x="1810512" y="9308193"/>
              <a:ext cx="1567688" cy="234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275A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Released products</a:t>
              </a:r>
              <a:endParaRPr lang="en-US" sz="1200" dirty="0"/>
            </a:p>
          </p:txBody>
        </p:sp>
        <p:sp>
          <p:nvSpPr>
            <p:cNvPr id="104" name="Text 102">
              <a:extLst>
                <a:ext uri="{FF2B5EF4-FFF2-40B4-BE49-F238E27FC236}">
                  <a16:creationId xmlns:a16="http://schemas.microsoft.com/office/drawing/2014/main" id="{4A8F015A-C4CF-66B7-7325-50D425A1A7EF}"/>
                </a:ext>
              </a:extLst>
            </p:cNvPr>
            <p:cNvSpPr/>
            <p:nvPr/>
          </p:nvSpPr>
          <p:spPr>
            <a:xfrm>
              <a:off x="1577773" y="9644725"/>
              <a:ext cx="21802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532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P, E, P-E (water availability)</a:t>
              </a:r>
              <a:endParaRPr lang="en-US" sz="1000" dirty="0"/>
            </a:p>
          </p:txBody>
        </p:sp>
      </p:grpSp>
      <p:sp>
        <p:nvSpPr>
          <p:cNvPr id="105" name="Shape 103">
            <a:extLst>
              <a:ext uri="{FF2B5EF4-FFF2-40B4-BE49-F238E27FC236}">
                <a16:creationId xmlns:a16="http://schemas.microsoft.com/office/drawing/2014/main" id="{54169389-9E7D-0BBE-CE7A-68E58A90AA89}"/>
              </a:ext>
            </a:extLst>
          </p:cNvPr>
          <p:cNvSpPr/>
          <p:nvPr/>
        </p:nvSpPr>
        <p:spPr>
          <a:xfrm>
            <a:off x="3895344" y="9105181"/>
            <a:ext cx="2103120" cy="85953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335">
            <a:solidFill>
              <a:srgbClr val="32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11C54DC0-C5BA-8ABE-BFAE-C8DB16FA29DB}"/>
              </a:ext>
            </a:extLst>
          </p:cNvPr>
          <p:cNvSpPr/>
          <p:nvPr/>
        </p:nvSpPr>
        <p:spPr>
          <a:xfrm>
            <a:off x="4124768" y="9209784"/>
            <a:ext cx="1644270" cy="17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327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summaries</a:t>
            </a:r>
            <a:endParaRPr lang="en-US" sz="1180" dirty="0"/>
          </a:p>
        </p:txBody>
      </p:sp>
      <p:sp>
        <p:nvSpPr>
          <p:cNvPr id="107" name="Text 105">
            <a:extLst>
              <a:ext uri="{FF2B5EF4-FFF2-40B4-BE49-F238E27FC236}">
                <a16:creationId xmlns:a16="http://schemas.microsoft.com/office/drawing/2014/main" id="{ACCD25C6-4C89-A4EC-E903-32571BB8CFE8}"/>
              </a:ext>
            </a:extLst>
          </p:cNvPr>
          <p:cNvSpPr/>
          <p:nvPr/>
        </p:nvSpPr>
        <p:spPr>
          <a:xfrm>
            <a:off x="3924487" y="9512050"/>
            <a:ext cx="20227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- statistics - trends 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53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- geospatial masks</a:t>
            </a:r>
            <a:endParaRPr lang="en-US" sz="1000" dirty="0"/>
          </a:p>
        </p:txBody>
      </p:sp>
      <p:sp>
        <p:nvSpPr>
          <p:cNvPr id="114" name="Shape 5">
            <a:extLst>
              <a:ext uri="{FF2B5EF4-FFF2-40B4-BE49-F238E27FC236}">
                <a16:creationId xmlns:a16="http://schemas.microsoft.com/office/drawing/2014/main" id="{F85EB2FC-2705-6AE1-E7E5-B80BF9D49D96}"/>
              </a:ext>
            </a:extLst>
          </p:cNvPr>
          <p:cNvSpPr/>
          <p:nvPr/>
        </p:nvSpPr>
        <p:spPr>
          <a:xfrm>
            <a:off x="890524" y="7338929"/>
            <a:ext cx="0" cy="146306"/>
          </a:xfrm>
          <a:prstGeom prst="line">
            <a:avLst/>
          </a:prstGeom>
          <a:noFill/>
          <a:ln w="16510">
            <a:solidFill>
              <a:srgbClr val="B8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5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210</Words>
  <Application>Microsoft Office PowerPoint</Application>
  <PresentationFormat>Custom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1 - Conceptual methodology diagram</dc:title>
  <dc:subject>Methodological framework for the probabilistic TWC dataset</dc:subject>
  <dc:creator>OpenAI</dc:creator>
  <cp:lastModifiedBy>Yannis Markonis</cp:lastModifiedBy>
  <cp:revision>5</cp:revision>
  <dcterms:created xsi:type="dcterms:W3CDTF">2026-07-13T10:37:59Z</dcterms:created>
  <dcterms:modified xsi:type="dcterms:W3CDTF">2026-07-15T11:34:33Z</dcterms:modified>
</cp:coreProperties>
</file>